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Calibri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 / 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606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Academic output.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PubMed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(E-utilities) yearly counts per query and per modality/task term group, plus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preprints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arXiv API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and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medRxiv via Europe PMC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) counted with the same queries, because PubMed does not index arXiv and covers medRxiv only partially (4,777 radiology-AI preprints in 2025).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Most-cited papers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from OpenAlex (union of modality/task searches, deduped, articles and preprints): one list for 2008-2022, then one per year from 2023, each showing raw citations and the field-weighted citation impact (FWCI, 1 = world average for that field and year), so recent papers are not buried under 2023 ones.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Venues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Semantic Scholar venue search (NeurIPS, ICLR, ICML, CVPR, MICCAI, MIDL) and OpenAlex journal filters (RSNA, SPR), 2023–present;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PatentsView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for granted patents.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Systematic review.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Separately from the counts, every pediatric radiology-AI record from 2005 onward was retrieved from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PubMed/MEDLINE and Embase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, screened against prespecified criteria, and read into a structured row under a fixed schema (3,496 included primary studies). This is the corpus behind the review section, the paper database, and the manuscript; slides that name individual studies rank them by citation impact normalized to the field and year.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Clinical problems.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pediatric radiology-AI query AND a term group per problem (bone age, fracture, pneumonia, appendicitis, brain tumor, …), counted per era; a paper can name several problems.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Datasets.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Public pediatric imaging datasets, sizes verified against the primary papers or hosting pages.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Commercial players.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(public spreadsheet: decision date, device, company, lead panel), filtered to the Radiology panel; cross-checked against a curated list of products with pediatric indications.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Trade press.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Newsletter archives (The Imaging Wire, RSNA News, ESR/ECR, TLDR, Signify Research, Radiology Business) split into stories; a story is radiology-AI when AI terms co-occur with imaging terms, pediatric when pediatric terms also co-occur; a story's outbound publisher link is resolved to a DOI and cited (OpenAlex).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Pediatric filter.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PubMed: the radiology-AI query AND (pediatric* OR paediatric* OR child* OR infant* OR neonat* OR adolescen* OR “children's hospital”). Most-cited lists: the title must also carry a pediatric term (bone age, fetal, newborn, …), otherwise highly cited adult papers float in. Newsletters: pediatric term inside the same story.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Representative PubMed query (radiology ∩ AI):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557016"/>
            <a:ext cx="11368735" cy="405765"/>
          </a:xfrm>
          <a:prstGeom prst="rect">
            <a:avLst/>
          </a:prstGeom>
          <a:solidFill>
            <a:srgbClr val="E8EAF6"/>
          </a:solidFill>
        </p:spPr>
        <p:txBody>
          <a:bodyPr wrap="square" lIns="109728" rIns="109728" tIns="73152" bIns="7315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(radiology OR radiograph* OR “medical imaging” OR MRI OR “computed tomography” OR CT[tiab] OR ultrasound[tiab] … NOT (“optical coherence” OR fundus OR dental OR histopatholog* …))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AND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(“artificial intelligence” OR “deep learning” OR “convolutional neural network” OR radiomics …)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 counts</a:t>
            </a:r>
          </a:p>
        </p:txBody>
      </p:sp>
      <p:pic>
        <p:nvPicPr>
          <p:cNvPr id="3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publications, stratified by modality and task</a:t>
            </a:r>
          </a:p>
        </p:txBody>
      </p:sp>
      <p:pic>
        <p:nvPicPr>
          <p:cNvPr id="3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Same construction, restricted to the pediatric subset (10,737 papers incl. 596 preprints). Top pediatric modalities: MRI 41%, CT 16%, ultrasound 13%, x-ray / radiography 12%. Mammography is omitted: its 79 pediatric-query hits (of 10,737) are adult breast-imaging papers whose abstracts mention children.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journals publish pediatric radiology AI</a:t>
            </a:r>
          </a:p>
        </p:txBody>
      </p:sp>
      <p:pic>
        <p:nvPicPr>
          <p:cNvPr id="3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journals publish pediatric radiology AI, 2023–present</a:t>
            </a:r>
          </a:p>
        </p:txBody>
      </p:sp>
      <p:pic>
        <p:nvPicPr>
          <p:cNvPr id="3" name="journal_impact_2023_2026" descr="journal_impact_2023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859" y="877824"/>
            <a:ext cx="7173976" cy="39300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881067"/>
            <a:ext cx="11368735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x = OpenAlex 2-year mean citedness (a free JIF analogue; runs below the published JIF). y = cumulative pediatric radiology-AI papers 2023-2026 (PubMed, strict title/abstract query). The 28 journals with at least 20 of them are shown, carrying 1,099 of 3,340; the rest is a long tail. Largest: Pediatric Radiology (136); median impact 3.2, 1 at 10 or above – this work lands mostly in mid-impact specialty and technical journals. medRxiv clears the threshold (31 papers) but has no impact number of any kind, so it is not plotted.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Cross-check: an independent 2025 scoping review of pediatric radiology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Calibri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2025 (doi 10.1007/s00247-025-06462-5): 789 original pediatric-focused articles hand-screened from four databases, 2005 to August 2024. Our PubMed counts are larger because they include any paper that mentions a pediatric term.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26590"/>
            <a:ext cx="5592927" cy="2298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radiography 38%, MRI 33%, ultrasound 14%, CT 11%, nuclear 2%. Our pediatric query ranks MRI first (MRI 41%, CT 16%, ultrasound 13%, x-ray / radiography 12%) because MRI-heavy neurodevelopment papers mention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Subspecialty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musculoskeletal 33%, neuro 29%, chest 17%, body 14%, cardiac 6%.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Top applications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 age (88 articles), pneumonia (65), brain tumors (54), scoliosis (45), hip dysplasia (28), congenital heart disease (25), autism (18), epilepsy (14), ADHD (9), hydrocephalus (9).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Use of 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91% image interpretation / diagnosis; 5.6% image quality; under 2% for acquisition, communication, protocoling, education, and policy combined.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7287" y="1426590"/>
            <a:ext cx="5592927" cy="2131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65% used a single local hospital dataset; 7% did not report the dataset; China 28%, USA 25%, Canada 7% of articles.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Growth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23 articles in 2018, 158 in 2022, 171 in 2023, consistent with our PubMed curve.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Recommendations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multi-institutional, age-diverse pediatric datasets; CLAIM-style reporting with subgroup results and calibration; funding for the neglected non-interpretive areas (policy, education, implementation); children and families as stakeholders across the AI lifecycle.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What it adds to this deck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same three leading tasks (bone age, pneumonia, brain tumor) and the same gap (small local datasets, adult tools applied to children) reached by a manual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Reading the whole pediatric literature, not a sample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6432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Counting publications says how much is being published; it does not say what was built, for which children, or how well it was tested. So every pediatric radiology-AI record from 2005 onward was retrieved from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PubMed/MEDLINE and Embase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, screened against prespecified criteria, and read into a structured row — model, modality, body region, age group, task, dataset size, data source, validation, availability — under one fixed schema.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94230"/>
            <a:ext cx="11368735" cy="184467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6,995 records retrieved, 393 conference proceedings set aside, 6,602 screened, 2,650 off-topic and 456 non-primary removed, 3,496 primary studies included (PubMed 3,122, Embase 365, OpenAlex 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Embase earns its place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365 of the included studies are not in PubMed at all. They have no PMID, so no NIH relative citation ratio; ranking them at all is why the impact column below is OpenAlex's field-weighted score.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Conference proceedings are retrieved and reported but not screened: an abstract cannot support a judgement about study design, and it carries no DOI linking it to the later full paper.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Screening and extraction were done by a constrained model under a fixed schema, with a blinded second-model re-screen of 150 records (94.7% agreement, kappa = 0.885). Dual-human validation is outstanding.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same corpus is the paper database (reports/04_paper_database.md) and the systematic review manuscript, so the three never disagree.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Study selection</a:t>
            </a:r>
          </a:p>
        </p:txBody>
      </p:sp>
      <p:pic>
        <p:nvPicPr>
          <p:cNvPr id="3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Included studies per publication year</a:t>
            </a:r>
          </a:p>
        </p:txBody>
      </p:sp>
      <p:pic>
        <p:nvPicPr>
          <p:cNvPr id="3" name="review_by_year" descr="review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26" y="877824"/>
            <a:ext cx="8662241" cy="40423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99335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Blue = the 3,496 included primary studies; gray = records read and then excluded as off-topic or non-primary. 2025+ is year to date and still being indexed.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pediatric literature is made of</a:t>
            </a:r>
          </a:p>
        </p:txBody>
      </p:sp>
      <p:pic>
        <p:nvPicPr>
          <p:cNvPr id="3" name="review_modality_year" descr="review_modalit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18" y="877824"/>
            <a:ext cx="6431056" cy="31440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095048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MRI 46%, ultrasound 24%, x-ray / radiography 19%, CT 9%.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Task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detection / diagnosis 38%, measurement / quantification 24%, outcome prediction 20%, segmentation 19%.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Age group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child 37%, adolescent 25%, fetal 22%, infant 15%. Categories are multilabel, so an axis can exceed 100%. MRI leads on the strength of the fetal and developmental-neuroscience literature: remove the MRI studies that use cognitive-neuroscience methods or report cognitive and behavioral outcomes and MRI falls level with ultrasound (30% each), which is why reviews built on narrower vocabulary rank radiography or ultrasound first.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models produce</a:t>
            </a:r>
          </a:p>
        </p:txBody>
      </p:sp>
      <p:pic>
        <p:nvPicPr>
          <p:cNvPr id="3" name="review_task_year" descr="review_task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915" y="877824"/>
            <a:ext cx="8727865" cy="4266956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How well is it tested?</a:t>
            </a:r>
          </a:p>
        </p:txBody>
      </p:sp>
      <p:pic>
        <p:nvPicPr>
          <p:cNvPr id="3" name="review_validation_era" descr="review_validation_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028" y="877824"/>
            <a:ext cx="7931637" cy="4154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105643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Of 3,496 included studies, external or multi-center validation was reported by 18.7%, a reader study by 6.2%, prospective evaluation by 3.3%, and a working code or model URL by 92 studies. External validation rose across eras; reader studies did not.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From published study to a tool a child benefits from</a:t>
            </a:r>
          </a:p>
        </p:txBody>
      </p:sp>
      <p:pic>
        <p:nvPicPr>
          <p:cNvPr id="3" name="review_funnel" descr="review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036" y="877824"/>
            <a:ext cx="7807622" cy="4266956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of these studies is the field actually reading?</a:t>
            </a:r>
          </a:p>
        </p:txBody>
      </p:sp>
      <p:pic>
        <p:nvPicPr>
          <p:cNvPr id="3" name="review_impact_distribution" descr="review_impac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330" y="877824"/>
            <a:ext cx="5695032" cy="2582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33607"/>
            <a:ext cx="11368735" cy="1838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median included study is cited 3.38 times the world average for its field and year: this is a well-cited literature, not a neglected one.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1,669 of 3,496 studies (47.7%) have enough citations to be ranked; the rest are too recent.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top decile is the 167 studies at 14x average and up (PubMed 158, Embase 6, OpenAlex 3).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Selecting on citations does not select for rigor: external or multi-center validation is 22.8% in that decile against 18.7% across the corpus, and two thirds of it is still internal validation only.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Does citation impact pick out the better-validated work?</a:t>
            </a:r>
          </a:p>
        </p:txBody>
      </p:sp>
      <p:pic>
        <p:nvPicPr>
          <p:cNvPr id="3" name="review_impact_subset" descr="review_impact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99" y="877824"/>
            <a:ext cx="8449696" cy="39300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881067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The most-cited decile is somewhat more likely to report external validation and a reader study, but the difference is small: citations track topic and audience more than evidence.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2005–2026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4453247"/>
                <a:gridCol w="1889256"/>
                <a:gridCol w="2968831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maturity (bone age) assessment in the workup of endo...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maturity (bone age) assessment in endocrine and meta...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1,757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Medical Diagnoses and Treatable Diseases by Image-Based Dee...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pneumonia on chest radiographs, and bacterial vs vi...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maturity (bone age) assessment in endocrine, genetic...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Segmentation of MR Brain Images With a Convolutional Neural 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brain tissue segmentation for quantitative MRI anal...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CA-Net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segmenting the placenta and fetal brain on 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Attention Gate (Attention U-Net)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the correct standard views during fetal ultrasoun...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AJR. American journal of...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estimation, and whether software assistance makes ra...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intelligence-assisted interpretation of bone age radiographs...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Skeletal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AI assistance makes pediatric radiologists better at...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79976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Impact = citations relative to the average paper of the same field and year (OpenAlex FWCI; iCite RCR where OpenAlex has none), shown once a study has 5 citations. dagger Embase-only; ast preprint.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iBEAT V2.0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protocols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measuring cortical development in infants, whose brain MRI de...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bone age in a given population should be predicted ag...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based on deep neural networks with annotation-free...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artificial 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from hand radiographs without m...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segmenting the developing fetal brain into tissues, the step...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focus approach for accurate bone age estimation from lateral cepha...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dental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estimating skeletal maturity from the lateral cephalogram a 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Estimation and Prediction of Final Adult Height Using Deep Lea...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Yonsei medical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automatically estimating bone age and predicting final adult...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Detection of ASD Children through Deep-Learning Application of fMRI.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Children (Basel, Switzerl...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early detection of autism spectrum disorder in children, wher...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High performance for bone age estimation with an artificial intelligenc...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 and interventi...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does an AI solution for bone age assessment compare in ac...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classification of common maternal fetal ultrasound planes usi... dagger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Biomedical Signal Process...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identification of standard fetal ultrasound planes...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79976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410 studies included from 2023; 289 have enough citations to be ranked. Impact = citations relative to the average paper of the same field and year (OpenAlex FWCI; iCite RCR where OpenAlex has none), shown once a study has 5 citations. dagger Embase-only; ast preprint.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in a German pediatric cohort: agreement 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a bone age product can be swapped in for an expert re...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Dempster-Shafer Approach to Trustworthy AI With Application to Fetal...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patt...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and correcting failures in automated fetal brain MR...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HFSCCD: A Hybrid Neural Network for Fetal Standard Cardiac Cycle Detect...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journal of biomedica...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Automatically detecting standard cardiac cycle frames in feta...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Assessment of Bone Age Based on Hand Radiographs Using Regression-Based...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Life (Basel, Switzerland)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estimating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FetalBrainAwareNet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medical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Synthesizing anatomically accurate fetal head standard-plane...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On the use of contrastive learning for standard-plane classification 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Computers in biology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identification of standard imaging planes in fetal...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Transformer based multi-modal MRI fusion for prediction of post-menstru...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Estimating post-menstrual age and assessing brain maturity fr...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TW3 AI bone age assessment system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Quantitative imaging in 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validating an AI system for Tanner-Whitehouse 3 bone age asse...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assisted common maternal fetal planes predictio...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automatically classifying standard maternal-fetal ultrasound...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242816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555 studies included from 2024; 264 have enough citations to be ranked.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ChatGPT-o4-mini-high, ChatGPT-4.5, Gemini 2.5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Academic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a general-purpose chatbot can substitute for dedicate...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Prediction of mental health risk in adolescents.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future risk of general psychiatric illness in adol...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BoneXpert, PANDA, 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which of the bone age products approved for the European mark...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Whole examination AI estimation of fetal biometrics from 20-week ultras...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digital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biometry currently rests on a handful of frames a sonog...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Uncovering ethical biases in publicly available fetal ultrasound datase...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digital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publicly available fetal ultrasound image datasets us...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Scanner-based real-time three-dimensional brain + body slice-to-volume...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motion-corrected 3D fetal MRI has stayed a research technique...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pediatric patient rehabilitation outcomes after spinal defor...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telling an adolescent before scoliosis surgery how they are 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Three-dimensional markerless surface topography approach with convoluti...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screening adolescents for scoliosis without the unnecessary r...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prenatal healthcare by explainable AI enhanced fetal ultrasou...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automated, explainable segmentation of fetal ultrasound image...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79976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685 studies included from 2025; 118 have enough citations to be ranked.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Highest-impact pediatric radiology AI studies, 2026 (year to date)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781238"/>
                <a:gridCol w="2028404"/>
                <a:gridCol w="3187492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Infants have rich visual categories in ventrotemporal cortex at 2 month...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characterizing the development of visual category representat...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Perceived Racism, Brain Development, and Internalizing and Externalizin...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the American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assessing effects of perceived racial discrimination on longi...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Use of Artificial Intelligence-Based Software to Aid in the Identificat...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evaluating whether AI-based software improves ob-gyn and mate...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for the Detection of Fetal Ultrasound Findings...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second-trimester fetal ultrasound findings suspic...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G-YOLOv11 dagger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Biomedical Signal Process...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pediatric wrist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Machine Learning Algorithms for Predicting Cobb Angle Beyond 25° in Fem...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Spine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which female adolescents with idiopathic scoliosis...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Motion-Echo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heart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automating myocardial strain analysis from pediatric echocard...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Safe for kids? AI medical devices in radiology overlook paediatric suit...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whether the AI devices a European radiology department can bu...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archives of oto-...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and lateralizing pediatric airway foreign body aspi...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242816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686 studies included from 2026; 12 have enough citations to be ranked. Few studies from this year have enough citations for a normalized value yet, so this table is thin by construction rather than because the year was quiet.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The biggest public pediatric radiology AI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173"/>
                <a:gridCol w="685800"/>
                <a:gridCol w="2048782"/>
                <a:gridCol w="3073173"/>
                <a:gridCol w="1024391"/>
                <a:gridCol w="1463415"/>
              </a:tblGrid>
              <a:tr h="219456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709160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2008-2022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deep learning do across medical imaging? (the field's reference surv...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Annual Review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 UNETR: Swin Transformers for Semantic Segmentation of Brain Tumors in MR...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COVID-Net: a tailored deep convolutional neural network design for detection...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ChestX-Ray8: Hospital-Scale Chest X-Ray Database and Benchmarks on Weakly-Sup...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 Vision and Pattern...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nnU-Net: a self-configuring method for deep learning-based biomedical image s...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self-configuring method segment any organ or lesion without hand tuni...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standardized image features (radiomics) be extracted reproducibly? (PyRad...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would a single generalist medical AI model that handles images, text and...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Redefining Radiology: A Review of Artificial Intelligence Integration in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Where does AI fit in radiology workflow, from acquisition to reporting? (revi...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Study of CNN and Transfer Learning in Medical Imaging: Advantages, Challeng...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does the unmodified Segment Anything Model work on medical images? (...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brain tumor detection using convolutional deep learning methods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Informatics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Detection Based on Deep Learning Approaches and Magnetic Resonanc...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 IEEE/CVF International...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2511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ACM Transactions on Multime...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 state-space (Mamba) backbone beat convolutions and transformers for me...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Generalist foundation models from a multimodal dataset for 3D computed tomogr...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neuro-oncology: advances and challenges in brain 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METhodological RadiomICs Score (METRICS): a quality scoring tool for radiomic...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medical image segmentation: State-of-the-art advancements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Informatics in Medicine Unl...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Advances in Medical Image Segmentation: A Comprehensive Review of Traditional...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Employing deep learning and transfer learning for accurate brain tumor detect...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learning-based information fusion techniques for multimodal...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models for medical report generation and visual question answ...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vision-language models do for report generation and visual question...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Multi-model assurance analysis showing large language models are highly vulne...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generalist foundation model for radiology by leveraging web-scale 2D&amp;...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radiology foundation model trained on web-scale 2D and 3D scans general...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 and validation of an autonomous artificial intelligence agent for...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autonomous LLM agent that calls imaging and other tools support oncolo...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Med-R1: Reinforcement Learning for Generalizable Medical Reasoning in Vision-...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healthcare and medicine: clinical applications, th...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Segmentation: A Comprehensive Review of Deep Learning-Based Met...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Advanced Brain Tumor Classification in MR Images Using Transfer Learning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32511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2026 (year to date)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Reporting checklist for foundation and large language models in medical resea...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 and Intervention...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can medical AI be scaled across hospitals, populations and tasks without...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Applications and limitations of large language models to integrate medical co...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Iran Journal of Computer Sc...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hybrid deep learning framework based on VGG19 and U-Net for accurate brain...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artificial intelligence (XAI) in medical imaging: a systematic re...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Which explainability methods are used in medical imaging AI and do they help?...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AI-driven MRI-based brain tumor classification: a novel deep lear...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Agentic AI in Radiology: Evolution from Large Language Models to Future Clini...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Radiology: Artificial Intel...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are agentic AI systems in radiology and what stands between them and cli...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Leveraging multi-modal foundation models for analysing spatial multi-omic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Developmental Cognitive Neu...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network segment infant brain MRI across the first years of life? (BIB...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 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2008-2022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Skeletal Mat...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Evaluatio...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AJR. American journal of ro...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Is a commercial deep-learning bone-age program accurate and faster in practic...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Plane Localization in Fetal Ultrasound via Domain Transferred Deep N...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journal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Fetal Ultrasound Standard Plane Recognition Based on Deep Learning...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Indust...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deep convolutional neural networks for automatic classification...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 ensemble of neural networks provides expert-level prenatal detection of co...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A different corpus from the systematic-review tables earlier in the deck: this is a citation search of Semantic Scholar over radiology AI with a pediatric title filter, so it includes conference papers and is not screened for eligibility. The review tables rank the screened corpus. Both are shown because neither contains the other.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Populat...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fetal ultrasound plane classification based on stacked ensemble of 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based on deep neural networks with annotation-free cascad...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Artificial Int...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Review on deep learning fetal brain segmentation from Magnetic Resonance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Transfer learning for accurate fetal organ classification from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Italian National Conference...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estimation of fetal weight throughout the pregnancy from fe...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American Journal of Obstetr...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model for prenatal congenital heart disease (CHD) screening can...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 prenatal congenital heart disease screening model work on retrospectiv...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End-To-End Pediatric Low-Grade Glioma Segmentation and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Canadian Association of Rad...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Intrapartum Ultrasound Image Segmentation of Pubic Symphysis and Fetal Head 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International Conference 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FetalBrainAwareNet: Bridging GANs with anatomical insight for fetal ultrasoun...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Comput. Medical Imaging Gra...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assisted common maternal fetal planes prediction from...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denoising reconstruction for improved image quality in fetal 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Cardiovascular...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RTSeg-net: A lightweight network for real-time segmentation of fetal head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FetSAM: Advanced Segmentation Techniques for Fetal Head Biometrics in Ultraso...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Open Journal of Engine...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automated lesion segmentation on pediatric focal cortical...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focal cortical dysplasia lesions be found automatically on preoperative p...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Integration of a Deep Convolutional Neural Network With Adaptive Channel Weig...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Instru...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 in Deep Learning Based Classification of Fetal Ultrasound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deep learning framework for identifying and segmenting three vessels in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BioMedical Engineering OnLi...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comprehensive review of artificial intelligence - based algorithm towards f...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Rev...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M-CNN-RF: A hybrid deep learning model for accurate pediatric skeletal age es...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Alexandria Engineering Jour...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Various Medical Imaging Techniques Enhanced by Arti...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prenatal healthcare by explainable AI enhanced fetal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FetalMovNet: A Novel Deep Learning Model Based on Attention Mechanism for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Effectiveness and clinical impact of using deep learning for first-trimester...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Association between deep learning radiomics based on placental MRI and preecl...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Prenatal detection of congenital heart defects using the deep learning-based...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on prenatal ultrasound video detect congenital heart defect...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Multi-view deep learning framework for the detection of chest X-rays compatib...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Image Quality and Scan Time Efficiency in Accelerated 3D T1-Wei...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2026 (year to date)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4593278"/>
                <a:gridCol w="2026446"/>
                <a:gridCol w="337741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and radiomics for pediatric brain tumor classificatio...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AI and radiomics classify pediatric brain tumors and their molecular subt...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assessment of fetal brain maturation on 3D ultrasound volumes 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grade fetal brain maturation on 3D ultrasound in growth res...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Multi-Class Pediatric Wrist Fracture Subtype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Current applications and challenges of artificial intelligence applied to dia...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Acquisition time/dose reduction in pediatric PET imaging using patch-based de...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pediatric PET use one fifth of the counts with patch-based deep-learning...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Optimizing pediatric chest CT: superior image quality and lower radiation dos...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deep-learning reconstruction lower pediatric chest CT dose while improvin...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efficiency in pediatric brain tumor segmentation using a pathologic...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in rare pediatric growth disorders: a comparati...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an open bone-age model hold up in rare growth disorders against several...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59943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NeurIPS: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45 (2023: 13, 2024: 12, 2025: 20); 0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DiffusionBlend: Learning 3D Image Prior through Position-aware Diffusion Score Blending for 3D Computed Tomography Reco...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Knowledge-based in silico models and dataset for the comparative evaluation of mammography AI for a range of breast cha...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45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ICLR: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17 (2023: 4, 2024: 5, 2025: 8); 0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Effect of Intrinsic Dataset Properties on Generalization: Unraveling Learning Differences Between Natural and Medic...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Improved Training of Physics-Informed Neural Networks Using Energy-Based Priors: a Study on Electrical Impedance Tomogr...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17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ICML: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 (2023: 4, 2024: 2, 2025: 6); 0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CVPR: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57 (2023: 15, 2024: 24, 2025: 18); 1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57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MICCAI: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521 (2023: 139, 2024: 195, 2025: 187); 25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521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MIDL: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62 (2023: 33, 2024: 29); 2 pediatric (marked ★).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58951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MProtoNet: A Case-Based Interpretable Model for Brain Tumor Classification with 3D Multi-parametric Magnetic Resonance...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8503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62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RSNA: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Radiological Society of North America: Radiology, Radiology: AI, RadioGraphics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616 (2023: 151, 2024: 174, 2025: 185, 2026: 106); 13 pediatric (marked ★). RSNA annual-meeting abstracts are not indexed; the society's journals stand in.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26590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113.7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Checklist for Artificial Intelligence in Medical Imaging (CLAIM): 2024 Update.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Chatbots and Large Language Models in Radiology: A Practical Primer for Clinical and Research Applications.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Image Biomarker Standardization Initiative: Standardized Convolutional Filters for Reproducible Radiomics and Enhan...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 and Other Large Language Models Are Double-edged Swords.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ChatGPT on a Radiology Board-style Examination: Insights into Current Strengths and Limitations.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Image Reconstruction for CT: Technical Principles and Clinical Prospects.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Automation Bias in Mammography: The Impact of Artificial Intelligence BI-RADS Suggestions on Reader Performance.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Potential of ChatGPT and GPT-4 for Data Mining of Free-Text CT Reports on Lung Cancer.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Quantification of Intratumoral Heterogeneity for Predicting Treatment Response to Neoadjuvant Chemotherapy in...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AI Responds to Common Lung Cancer Questions: ChatGPT vs Google Bard.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Guide to Cross-Validation for Artificial Intelligence in Medical Imaging.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Microvascular Invasion in Hepatocellular Carcinoma Using CT-based Radiomics Model.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35267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616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SPR: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Society for Pediatric Radiology: Pediatric Radiology (journal)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120 (2023: 27, 2024: 17, 2025: 37, 2026: 39); 70 pediatric (marked ★). SPR meeting abstracts are not indexed; the society's journal stands in.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26590"/>
          <a:ext cx="1136873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9311335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implementation in pediatric radiology for patient safety: a multi-society statement from the ACR, ESPR, SPR, SLARP,...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Scanner-based real-time three-dimensional brain + body slice-to-volume reconstruction for T2-weighted 0.55-T low-field...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Capability of multimodal large language models to interpret pediatric radiological images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vs. Doctors: Diagnosing Necrotizing Enterocolitis on Abdominal Radiographs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pediatric wrist fractures using deep-learning-based object detection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to identify fractures on pediatric and young adult upper extremity radiographs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dysplasias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Comparison of diagnostic performance of a deep learning algorithm, emergency physicians, junior radiologists and senior...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intelligence-based detection of paediatric appendicular skeletal fractures: performance and limitations for...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unintended consequences of artificial intelligence in paediatric radiology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Paediatric Tuberculosis ★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Innovative advances in pediatric radiology: computed tomography reconstruction techniques, photon-counting detector com...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352671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120 works, newest year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medical problems pediatric radiology AI addresses</a:t>
            </a:r>
          </a:p>
        </p:txBody>
      </p:sp>
      <p:pic>
        <p:nvPicPr>
          <p:cNvPr id="3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AI fracture detection in a real pediatric emergency department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Ziegner et al., European Radiology 2025 (second most-cited pediatric paper of 2025)</a:t>
            </a:r>
          </a:p>
        </p:txBody>
      </p:sp>
      <p:pic>
        <p:nvPicPr>
          <p:cNvPr id="4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pTBLightNet: pediatric tuberculosis on frontal and lateral chest radiographs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Capellán-Martín et al., Nature Communications 2025 (open access)</a:t>
            </a:r>
          </a:p>
        </p:txBody>
      </p:sp>
      <p:pic>
        <p:nvPicPr>
          <p:cNvPr id="4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Capellan-Martin et al., Nat Commun 2025, figure 1: the multi-view pTBLightNet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Deep-learning reconstruction shortens pediatric brain MRI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Yoo et al., Korean Journal of Radiology 2025 (open access)</a:t>
            </a:r>
          </a:p>
        </p:txBody>
      </p:sp>
      <p:pic>
        <p:nvPicPr>
          <p:cNvPr id="4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Deeplasia bone age in rare growth disorders, against multiple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4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PET at one fifth of the counts with patch-based deep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Han et al., EJNMMI Physics 2026 (open access; Cincinnati Children's)</a:t>
            </a:r>
          </a:p>
        </p:txBody>
      </p:sp>
      <p:pic>
        <p:nvPicPr>
          <p:cNvPr id="4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Children are not small adults: an adult CT segmentation model in children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Chatterjee et al., Journal of Imaging Informatics in Medicine 2025</a:t>
            </a:r>
          </a:p>
        </p:txBody>
      </p:sp>
      <p:pic>
        <p:nvPicPr>
          <p:cNvPr id="4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radiology AI stories, all ages</a:t>
            </a:r>
          </a:p>
        </p:txBody>
      </p:sp>
      <p:pic>
        <p:nvPicPr>
          <p:cNvPr id="3" name="newsletter_radiology_ai" descr="newsletter_radiology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49 /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pediatric radiology AI stories</a:t>
            </a:r>
          </a:p>
        </p:txBody>
      </p:sp>
      <p:pic>
        <p:nvPicPr>
          <p:cNvPr id="3" name="newsletter_watch" descr="newsletter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2023 (23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884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Sendra-Balcells et al., 2023 (Scientific Re...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(DASA, the world's fourth larg...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SA (DASA, the world's fourth 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Understanding the Imaging Spectrum of non-Hodgkin Lymphoma in Children,...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Survivors of Childhood Cancer: Risk of Future Disease, Screening Needs...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Liu et al., 2024 (American Journal of Roent...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2024 (25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4208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Brown et al., 2024 (Journal of the American...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Hardie et al., 2025 (American Journal of Ro...</a:t>
                      </a:r>
                    </a:p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2025 (22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5404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Philips at #ECR2025: New AI-enabled systems, intelligent software,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to diagnose invisible brain abnormalities in children with epilepsy...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2026 (year to date) (13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55644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23441"/>
                <a:gridCol w="3173693"/>
              </a:tblGrid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Use AI to Establish Body Charts for CT Imaging Across the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CT vs. MRI for Pediatric TBI, Helium Vulnerability, and Ditching the 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Commercial software with a pediatric angle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2" cy="3236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4789"/>
                <a:gridCol w="1488762"/>
                <a:gridCol w="3383552"/>
                <a:gridCol w="3112867"/>
                <a:gridCol w="1488762"/>
              </a:tblGrid>
              <a:tr h="219456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</a:tr>
              <a:tr h="493775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187952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949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free, one-command segmentation of 100+ structures on any CT (and MR); the basis for opportunistic measurements (bone density, muscle, organ volumes)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if a vendor claims a segmentation result, this is the baseline they had to beat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MONAI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framework): what your data scientists will build with; knowing the name lets you read a methods section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 / dataset): the one pediatric task with a public benchmark, many models, and cleared products (BoneXpert, Rho)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"Variable generalization performance of a deep learning model to detect pneumonia in chest radiographs" (Zech et al., PLoS Med 2018)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cleanest demonstration that a model can learn the hospital instead of the disease; the reason to demand local validation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CLAIM checklist (Radiology: AI 2020)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(guideline): how to tell a well-reported AI study from a weak one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"Improving Image Quality and Reducing Radiation Dose for Pediatric CT by Using Deep Learning Reconstruction" (Brady et al., Radiology 2021)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most-cited non-bone-age pediatric paper: deep-learning reconstruction lowers pediatric CT dose with better image quality; the most immediately usable pediatric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(registry): the authoritative list of what is cleared; check the indication's age range before buying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(products): the first fracture-detection tools with pediatric indications; realistic first pediatric AI purchases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(foundation models): where annotation and segmentation tooling is heading: click, don't draw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Detection / diagnosis is the bulk of the literature (44%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Segmentation (26%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Reconstruction / imputation is 22% of radiology AI and 12%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7.2% of radiology-AI papers (4.0%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3.8%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1.0% of radiology-AI papers (42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58 /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52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Which diseases?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Since 2023 the pediatric corpus (6,812 papers) leans to autism / ADHD / neurodevelopment (710); fetal anomalies / prenatal (541); brain tumors (337); congenital heart disease / cardiac (302). Barely studied: testicular / ovarian torsion (8); inflammatory bowel disease (23); lines and tubes / NICU support devices (54); neonatal jaundice / biliary atresia / liver (56); craniosynostosis / craniofacial (72); chronic lung disease of prematurity / neonatal lung (74). Which of these deserve a model first is an open question for this group.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Dataset curation.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Validation.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Beyond interpretation.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Regulation and liability.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