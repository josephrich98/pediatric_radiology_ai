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Helvetica Neue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>Joseph Rich, Dr. Amit 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Helvetica Neue"/>
              </a:rPr>
              <a:t>October 8,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 / 58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Describe the big players in radiology AI, both general and pediatric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469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Journals, Preprints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PubMed, Embase, arXiv, medRxiv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Conferences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NeurIPS, ICLR, ICML, CVPR, MICCAI, MIDL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Datasets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Hand-curated list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Newsletters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Imaging Wire, RSNA News, TLDR AI, TLDR Tech, Signify Research, ESR / ECR, Radiology Business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Commercial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FDA list of AI-enabled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420366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Date range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January 1 2008 – September 30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0548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Search strategy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radiology AND AI [AND pediatric]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00730"/>
            <a:ext cx="11368735" cy="18573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radiology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(radiology[tiab] OR radiological[tiab] OR radiograph*[tiab] OR "medical imaging"[tiab] OR "diagnostic imaging"[tiab] OR tomography[tiab] OR "magnetic resonance"[tiab] OR MRI[tiab] OR "MR imaging"[tiab] OR "MR images"[tiab] OR MRIs[tiab] OR "MR image"[tiab] OR "MR scan"[tiab] OR "MR scans"[tiab] OR "computed tomography"[tiab] OR CT[tiab] OR ultrasound[tiab] OR ultrasonograph*[tiab] OR sonograph*[tiab] OR echocardiograph*[tiab] OR mammograph*[tiab] OR "chest x-ray"[tiab] OR "x-ray"[tiab] OR fluoroscop*[tiab] OR scintigraph*[tiab] OR "positron emission"[tiab] OR PET[tiab] OR SPECT[tiab] OR angiograph*[tiab] OR neuroimaging[tiab] OR tractograph*[tiab] OR elastograph*[tiab] OR "fMRI"[tiab] OR "functional MRI"[tiab] OR "functional magnetic resonance"[tiab] OR connectome*[tiab] OR "diffusion tensor"[tiab] OR DTI[tiab] OR "bone age"[tiab] OR "skeletal age"[tiab] OR "skeletal maturity"[tiab] OR "barium enema"[tiab])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AI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("artificial intelligence"[tiab] OR "machine learning"[tiab] OR "deep learning"[tiab] OR "convolutional neural network"[tiab] OR "convolutional neural networks"[tiab] OR "neural network"[tiab] OR "neural networks"[tiab] OR "computer-aided diagnosis"[tiab] OR "computer aided diagnosis"[tiab] OR "computer-aided detection"[tiab] OR radiomic*[tiab] OR "computer vision"[tiab] OR "large language model"[tiab] OR "large language models"[tiab] OR "foundation model"[tiab] OR "foundation models"[tiab] OR "transfer learning"[tiab] OR "vision transformer"[tiab] OR "self-supervised"[tiab] OR "random forest"[tiab] OR "support vector machine"[tiab] OR "gradient boosting"[tiab] OR "natural language processing"[tiab])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pediatric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(pediatric*[tiab] OR paediatric*[tiab] OR child*[tiab] OR infant*[tiab] OR neonat*[tiab] OR adolescen*[tiab] OR fetal[tiab] OR foetal[tiab] OR fetus*[tiab] OR foetus*[tiab] OR newborn*[tiab] OR preterm[tiab] OR "premature infant"[tiab] OR "premature infants"[tiab] OR "premature birth"[tiab] OR "premature neonate"[tiab] OR "premature neonates"[tiab] OR prenatal[tiab] OR antenatal[tiab] OR perinatal[tiab] OR youth[tiab] OR juvenile[tiab] OR "children's hospital"[tiab] OR schoolchild*[tiab] OR toddler*[tiab])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Study selection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eview_prisma" descr="review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135" y="877824"/>
            <a:ext cx="4943425" cy="4266956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publication counts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journals publish pediatric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journal_impact" descr="journal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830" y="877824"/>
            <a:ext cx="6764033" cy="370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56490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x = OpenAlex 2-year mean citedness (a free JIF analogue; runs below the published JIF). y = cumulative pediatric radiology-AI papers 2015-2026 (PubMed, strict title/abstract query). The 33 journals with at least 25 of them are shown, carrying 1,807 of 5,099; the rest is a long tail. Largest: Pediatric Radiology (196); median impact 3.7, 1 at 10 or above – this work lands mostly in mid-impact specialty and technical journals. A further 3 conference proceedings and preprint servers clear the threshold (94 papers) but have no impact number of any kind and are not plotted. The same chart animated year by year: figures/journal_impact.gif.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modality and task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Same construction, restricted to the pediatric subset (10,737 papers incl. 596 preprints). Top pediatric modalities: MRI 41%, CT 16%, ultrasound 13%, x-ray / radiography 12%. Mammography is omitted: its 79 pediatric-query hits (of 10,737) are adult breast-imaging papers whose abstracts mention children.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number from the image: bone age, Cobb angle, organ volume, fetal biometry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text: draft, summarize, or extract from radiology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protocoling, scheduling, ordering, decision support, education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medical problem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112" y="877824"/>
            <a:ext cx="7193470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"/>
                <a:gridCol w="512064"/>
                <a:gridCol w="4748174"/>
                <a:gridCol w="2099955"/>
                <a:gridCol w="349647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14,326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survey on 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can deep learning do across medical imaging? (the field's reference survey)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5,658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Swin-Unet: Unet-like Pure Transformer for Medical Image Segmentation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ECCV Workshops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2,990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340.4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Annual Review of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does deep learning apply to medical image analysis?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2,553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290.0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 UNETR: Swin Transformers for Semantic Segmentation of Brain Tumors in MRI Images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BrainLes@MICCAI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2,769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COVID-Net: a tailored deep convolutional neural network design for detection of COVID-19 cases from chest X-ray images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detect COVID-19 on chest X-ray? (COVID-Net)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3,634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236.9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ChestX-Ray8: Hospital-Scale Chest X-Ray Database and Benchmarks on Weakly-Supervised Classification and Localization of Common Thorax Diseases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 Vision and Pattern Recognition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10,044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226.3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nnU-Net: a self-configuring method for deep learning-based biomedical image segmentation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self-configuring method segment any organ or lesion without hand tuning? (nnU-Net)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4,100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Convolutional neural networks: an overview and application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tutorial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is a convolutional neural network, explained for radiologists?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5,587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Computational Radiomics System to Decode the Radiographic Phenotype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standardized image features (radiomics) be extracted reproducibly? (PyRadiomics)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3,322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Reviews.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will AI change radiology practice? (Hosny et al.)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1999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FWCI = field-weighted citation impact (OpenAlex): citations relative to the world average for papers of the same field and year (1 = average)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1,608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615.8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in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prompt-based 'segment anything' model work on medical images? (MedSAM)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2,099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models for generalist medical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would a single generalist medical AI model that handles images, text and records look like? (perspective)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Redefining Radiology: A Review of Artificial Intelligence Integration in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Where does AI fit in radiology workflow, from acquisition to reporting? (review)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analysis using deep learning algorithms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Public Health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Study of CNN and Transfer Learning in Medical Imaging: Advantages, Challenges, Future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Sustainability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861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69.6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Model for medical image analysis: an experimental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does the unmodified Segment Anything Model work on medical images? (it needs prompts and adaptation)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brain tumor detection using convolutional deep learning methods and chosen machine learning techniques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Informatics and Decision Making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Detection Based on Deep Learning Approaches and Magnetic Resonance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SAM-Adapter: Adapting Segment Anything in Underperformed Scenes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 IEEE/CVF International Conference on Computer Vision Workshops (ICCVW)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generalist vision–language foundation model for diverse biomedical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1,074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VM-UNet: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ACM Transactions on Multimedia Computing, Communications, and Applications (TOMCCAP)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state-space (Mamba) backbone beat convolutions and transformers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Generalist foundation models from a multimodal dataset for 3D computed 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neuro-oncology: advances and challenges in brain tumor diagnosis, prognosis, and precision treatment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METhodological RadiomICs Score (METRICS): a quality scoring tool for radiomics research endorsed by EuSoMII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should the quality of a radiomics study be scored? (METRICS checklist)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medical image segmentation: State-of-the-art advancements and challenges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Informatics in Medicine Unlocked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Advances in Medical Image Segmentation: A Comprehensive Review of Traditional, Deep Learning and Hybrid Approaches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Employing deep learning and transfer learning for accurate brain tumor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semi-supervised learning for medical image segmentation: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of deep learning-based information fusion techniques for multimodal medical image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models for medical report generation and visual question answering: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report generation / LLM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can vision-language models do for report generation and visual question answering? (review)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Convolutional Neural Networks in Medical Image Analysis: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Multi-model assurance analysis showing large language models are highly vulnerable to adversarial hallucination attacks during clinical decision support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108.2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Multimodal generative AI for medical image interpretation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generalist foundation model for radiology by leveraging web-scale 2D&amp;3D medical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radiology foundation model trained on web-scale 2D and 3D scans generalize across modalities and tasks? (RadFM)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 and validation of an autonomous artificial intelligence agent for clinical decision-making in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autonomous LLM agent that calls imaging and other tools support oncology decisions? (validation study)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of deep learning for brain tumor analysis 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Med-R1: Reinforcement Learning for Generalizable Medical Reasoning in Vision-Language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healthcare and medicine: clinical applications, therapeutic advances, and future perspectives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Medical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Segmentation: A Comprehensive Review of Deep Learning-Based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Advanced Brain Tumor Classification in MR Images Using Transfer Learning and Pre-Trained Deep CNN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generalizable foundation model for analysis of human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90.5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Reporting checklist for foundation and large language models in medical research (REFINE): an international consensus guideline.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 and Interventional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Scaling medical AI across clinical contexts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can medical AI be scaled across hospitals, populations and tasks without breaking? (perspective)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Applications and limitations of large language models to integrate medical context: a comprehensive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Iran Journal of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62.7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hybrid deep learning framework based on VGG19 and U-Net for accurate brain tumor segmentation in MRI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Magnetic Resonance 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artificial intelligence (XAI) in medical imaging: a systematic review of techniques, applications, and challenges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Which explainability methods are used in medical imaging AI and do they help?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AI-driven MRI-based brain tumor classification: a novel deep learning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Agentic AI in Radiology: Evolution from Large Language Models to Future Clinical Integration.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Radiology: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are agentic AI systems in radiology and what stands between them and clinical use?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Leveraging multi-modal foundation models for analysing spatial multi-omic and histopathology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Developmental Cognitive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network segment infant brain MRI across the first years of life? (BIBSNet)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Performance of a Deep-Learning Neural Network Model in Assessing Skeletal Maturity on Pediatric Hand Radiographs.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assess skeletal maturity as accurately as radiologists?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321.5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Fully Automated Deep Learning System for Bone Age Assessment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Fully automated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automated skeletal bone age assessment in X-ray images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Deep learning for automated bone age (BoNet)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Computerized Bone Age Estimation Using Deep Learning Based Program: Evaluation of the Accuracy and Efficiency.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AJR. American journal of roentgenology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Is a commercial deep-learning bone-age program accurate and faster in practice?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on Deep-Learning Algorithms for Fetal Ultrasound-Image Analysis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Plane Localization in Fetal Ultrasound via Domain Transferred Deep Neural Networks (2015)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journal of biomedical and health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 Fetal Ultrasound Standard Plane Recognition Based on Deep Learning and IIoT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Industrial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deep convolutional neural networks for automatic classification of common maternal fetal ultrasound planes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RSNA Pediatric Bone Age Machine Learning Challenge.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 ensemble of neural networks provides expert-level prenatal detection of complex congenital heart disease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032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Artificial Intelligence in Korean Pediatric Population: A Comparison of Deep-Learning Models Trained With Healthy Chronological and Greulich-Pyle Ages as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fetal ultrasound plane classification based on stacked ensemble of deep learning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ensemble of networks classify the standard fetal ultrasound planes?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based on deep neural networks with annotation-free cascaded critical bone region extraction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Review on deep learning fetal brain segmentation from Magnetic Resonance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Artif. Intell.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Transfer learning for accurate fetal organ classification from ultrasound images: a potential tool for maternal healthcare providers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Multiclass Brain Tissue Segmentation in Fetal MRIs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Italian National Conference on Sensors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Deeplasia: deep learning for bone age assessment validated on skeletal dysplasias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estimation of fetal weight throughout the pregnancy from fetal abdominal ultrasound.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American Journal of Obstetrics &amp; Gynecology MFM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model for prenatal congenital heart disease (CHD) screening can be applied to retrospective imaging from the community setting, outperforming initial clinical detection in a well-annotated cohort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prenatal congenital heart disease screening model work on retrospective real-world scans?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End-To-End Pediatric Low-Grade Glioma Segmentation and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Canadian Association of Radiologists journal = Journal l'Association canadienne des radiologistes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9178"/>
                <a:gridCol w="2121220"/>
                <a:gridCol w="3538625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Intrapartum Ultrasound Image Segmentation of Pubic Symphysis and Fetal Head Using Dual Student-Teacher Framework with CNN-ViT Collaborative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International Conference on Medical Image Computing and Computer-Assisted Intervention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FetalBrainAwareNet: Bridging GANs with anatomical insight for fetal ultrasound brain plane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Medical Imaging Graph.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assisted common maternal fetal planes prediction from ultrasound images based on information fusion of customized convolutional neural networks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denoising reconstruction for improved image quality in fetal cardiac cine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Cardiovascular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deep-learning denoising improve fetal cardiac cine MRI?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RTSeg-net: A lightweight network for real-time segmentation of fetal head and pubic symphysis from intrapartum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FetSAM: Advanced Segmentation Techniques for Fetal Head Biometrics in Ultrasound Imagery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Open Journal of Engineering in Medicine and Biology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automated lesion segmentation on pediatric focal cortical dysplasia II preoperative MRI: a reliable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epilepsy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focal cortical dysplasia lesions be found automatically on preoperative pediatric MRI?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Integration of a Deep Convolutional Neural Network With Adaptive Channel Weight Technique for Automated Identification of Standard Fetal Biometry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Instrumentation and Measurement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 in Deep Learning Based Classification of Fetal Ultrasound Image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deep learning framework for identifying and segmenting three vessels in fetal heart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BioMedical Engineering OnLine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801516"/>
                <a:gridCol w="2113446"/>
                <a:gridCol w="352565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171.3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comprehensive review of artificial intelligence - based algorithm towards fetal facial anomalies detection (2013–2024)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M-CNN-RF: A hybrid deep learning model for accurate pediatric skeletal age estimation using hand bone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Alexandria Engineering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Various Medical Imaging Techniques Enhanced by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prenatal healthcare by explainable AI enhanced fetal ultrasound image segmentation using U-Net++ with attention mechanisms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FetalMovNet: A Novel Deep Learning Model Based on Attention Mechanism for Fetal Movement Classification in 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Effectiveness and clinical impact of using deep learning for first-trimester fetal ultrasound image quality auditing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Pregnancy and Childbirth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Association between deep learning radiomics based on placental MRI and preeclampsia with fetal growth restriction: A multicenter study.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detection of congenital heart defects using the deep learning-based image and video analysis: protocol for Clinical Artificial Intelligence in Fetal Echocardiography (CAIFE), an international multicentre multidisciplinary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BMJ 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on prenatal ultrasound video detect congenital heart defects?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Multi-view deep learning framework for the detection of chest X-rays compatible with pediatric pulmonary tuberculosis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Image Quality and Scan Time Efficiency in Accelerated 3D T1-Weighted Pediatric Brain MRI Using Deep Learning-Based 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and radiomics for pediatric brain tumor classification and molecular characterization: a systematic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AI and radiomics classify pediatric brain tumors and their molecular subtypes?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assessment of fetal brain maturation on 3D ultrasound volumes in early-onset fetal growth restriction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grade fetal brain maturation on 3D ultrasound in growth restriction?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models in radiology: a primer for pediatric radiologists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should a pediatric radiologist know about foundation models? (primer)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Multi-Class Pediatric Wrist Fracture Subtype Classification: A Pilot Study Comparing Convolutional Neural Network Architectures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fracture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Current applications and challenges of artificial intelligence applied to diagnostics in pediatric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Data mining in pediatric radiology in the era of artificial intelligence.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Acquisition time/dose reduction in pediatric PET imaging using patch-based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EJNMMI Physics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pediatric PET use one fifth of the counts with patch-based deep-learning denoising?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Optimizing pediatric chest CT: superior image quality and lower radiation dose with deep learning reconstruction.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deep-learning reconstruction lower pediatric chest CT dose while improving image quality?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efficiency in pediatric brain tumor segmentation using a pathologically diverse single-center clinical 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Neuro-Oncology Advances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 assessment in rare pediatric growth disorders: a comparative study using Deeplasia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Endocrinology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an open bone-age model hold up in rare growth disorders against several experts? (Deeplasia)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works per year, by conference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pic>
        <p:nvPicPr>
          <p:cNvPr id="4" name="venue_works_by_year" descr="venue_work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NeurIPS: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Conference on Neural Information Processing Systems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58 (2023: 12, 2024: 17, 2025: 29);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3D-RAD: A Comprehensive 3D Radiology Med-VQA Dataset with Multi-Temporal Analysis and Diverse Diagnostic Tasks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Tokens for Better 3D: Advancing Vision-Language Modeling in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Touchstone Benchmark: Are We on the Right Way for Evaluating AI Algorithms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Eye-gaze Guided Multi-modal Alignment for Medical Representation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vision-language models for medical imaging: bridging the 3D gap with innovative slice selection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DiffusionBlend: Learning 3D Image Prior through Position-aware Diffusion Score Blending for 3D Computed Tomography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SegVol: Universal and Interactive Volumetric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LVM-Med: Learning Large-Scale Self-Supervised Vision Models for Medical Imaging via Second-order Graph Matching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EHRXQA: A Multi-Modal Question Answering Dataset for Electronic Health Records with Chest X-ray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SwiFT: Swin 4D fMRI Transformer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NeuroGraph: Benchmarks for Graph Machine Learning in Brain Connectomics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Knowledge-based in silico models and dataset for the comparative evaluation of mammography AI for a range of breast characteristics, lesion conspicuities and doses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ICLR: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Learning Representations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42 (2023: 6, 2024: 3, 2025: 7, 2026: 26);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Large-scale and Fine-grained Vision-language Pre-training for Enhanced CT Image Understanding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SimXRD-4M: Big Simulated X-ray Diffraction Data and Crystal Symmetry Classification Benchmark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Diffusion MRI Denoising via Iterative and Stable Refinement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Score-based Self-supervised MRI Denoising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MMed-RAG: Versatile Multimodal RAG System for Medical Vision Language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MediConfusion: Can you trust your AI radiologist? Probing the reliability of multimodal medical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Effect of Intrinsic Dataset Properties on Generalization: Unraveling Learning Differences Between Natural and Medical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LeFusion: Controllable Pathology Synthesis via Lesion-Focused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Radiograph Representation Learning with Masked Record Modeling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DDM2: Self-Supervised Diffusion MRI Denoising with Generative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AE-FLOW: Autoencoders with Normalizing Flows for Medical Images Anomaly Detection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Improved Training of Physics-Informed Neural Networks Using Energy-Based Priors: a Study on Electrical Impedance Tomography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Fetal-Gauge: A Benchmark For Assessing Vision-Language Models In Fetal Ultrasound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ICML: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Machine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27 (2023: 2, 2024: 3, 2025: 7, 2026: 15);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CLIMB: Data Foundations for Large Scale Multimodal Clinical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MindLLM: A Subject-Agnostic and Versatile Model for fMRI-to-Text Decoding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Raptor: Scalable Train-Free Embeddings for 3D Medical Volumes Leveraging Pretrained 2D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Noise Calculation in Deep Learning-based MRI Reconstructions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LangDAug: Langevin Data Augmentation for Multi-Source Domain Generalization in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Staged and Physics-Grounded Learning Framework with Hyperintensity Prior for Pre-Contrast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Unsupervised Domain Adaptation for Anatomical Structure Detection in Ultrasound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Sampling of k-Space in Magnetic Resonance for Rapid Pathology Prediction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ACAT: Adversarial Counterfactual Attention for Classification and Detection in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Robustness of Deep Learning for Accelerated MRI: Benefits of Diverse Training Data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High-Order Relationships of Brain Regions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Contextualized Policy Recovery: Modeling and Interpreting Medical Decisions with Adaptive Imitation Learning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CVPR: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IEEE/CVF Conference on Computer Vision and Pattern Recognition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154 (2023: 18, 2024: 35, 2025: 42, 2026: 59);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48056"/>
                <a:gridCol w="1003096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Enhanced Contrastive Learning with Multi-view Longitudinal Data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Generalizable Tumor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Rethinking Diffusion Model for Multi-Contrast MRI Super-Resolution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MemSAM: Taming Segment Anything Model for Echocardiography Video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Dynamic Graph Enhanced Contrastive Learning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Ambiguous Medical Image Segmentation Using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METransformer: Radiology Report Generation by Transformer with Multiple Learnable Expert Tokens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MCF: Mutual Correction Framework for Semi-Supervised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KiUT: Knowledge-injected U-Transformer for Radiology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Structure-Aware Sparse-View X-Ray 3D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Label-Free Liver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Federated Visual Prompt in Null Space for MRI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M3-UDA: A New Benchmark for Unsupervised Domain Adaptive Fetal Cardiac Structure Detection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Image Computing and Computer-Assisted Intervention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854 (2023: 236, 2024: 298, 2025: 320); 26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MedVLM-R1: Incentivizing Medical Reasoning Capability of Vision-Language Models (VLMs) via Reinforcement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CT2Rep: Automated Radiology Report Generation for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Anatomically-Controllable Medical Image Generation with Segmentation-Guided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MedCLIP-SAM: Bridging Text and Image Towards Universal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MedNeXt: Transformer-driven Scaling of ConvNets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CoLa-Diff: Conditional Latent Diffusion Model for Multi-Modal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DiffMIC: Dual-Guidance Diffusion Network for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Beyond Adapting SAM: Towards End-to-End Ultrasound Image Segmentation via Auto Prompting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MRI Reconstruction with Unrolled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Make-A-Volume: Leveraging Latent Diffusion Models for Cross-Modality 3D Brain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BerDiff: Conditional Bernoulli Diffusion Model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Ariadne's Thread: Using Text Prompts to Improve Segmentation of Infected Areas from Chest X-ray images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pediatric radiology AI works, 2024–2026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5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1216152"/>
                <a:gridCol w="974293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Accurate and Efficient Fetal Birth Weight Estimation from 3D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Frame Selection for Gestational Age Estimation from Blind Sweep Fetal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Flexibly Distilled 3D Rectified Flow with Anatomical Constraints for Developmental Infant Brain MRI Prediction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Fusing Radiomic Features with Deep Representations for Gestational Age Estimation in Fetal Ultrasound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Methods Make Great Domain-specific Foundation Models: A Case-study on Fetal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Influence of Classification Task and Distribution Shift Type on OOD Detection in Fetal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Latent Motion Profiling for Annotation-free Cardiac Phase Detection in Adult and Fetal Echocardiography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 Fetal Pose Estimation across Gestational Ages via Cross-Population Augmentation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Normality Learning and Divergence Vector-guided Model Merging for Zero-shot Congenital Heart Disease Detection in Fetal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You Can Detect It: Fetal Biometric Estimation Using Ellipse Detection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Cycle-consistent Learning for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and Gender-adaptive Graph Vision Mamba for Pediatric Bone Age Assessment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MRI Reconstruction by Global Diffusion and Consistent Implicit Representation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Geometric Transformation Uncertainty for Improving 3D Fetal Brain Pose Prediction from Freehand 2D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Improving cross-domain brain tissue segmentation in fetal MRI with synthetic data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Intrapartum Ultrasound Image Segmentation of Pubic Symphysis and Fetal Head Using Dual Student-Teacher Framework with CNN-ViT Collaborative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Pose-GuideNet: Automatic Scanning Guidance for Fetal Head Ultrasound from Pose Estimation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Super-Field MRI Synthesis for Infant Brains Enhanced by Dual Channel Latent Diffusion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Imaging with Deep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200 (2023: 47, 2024: 39, 2025: 40, 2026: 74); 9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Imbalance-aware loss functions improve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Patched Diffusion Models for Unsupervised Anomaly Detection in Brain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MMCFormer: Missing Modality Compensation Transformer for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diffusion on a budget: textual inversion for medical image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MProtoNet: A Case-Based Interpretable Model for Brain Tumor Classification with 3D Multi-parametric Magnetic Resonance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 Models for Contrast Harmonization of Magnetic Resonance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Exploring Image Augmentations for Siamese Representation Learning with Chest X-Rays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 Medical Axial Transformer: A Lightweight Transformer Model for 3D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Modelling For Radiological Imaging and Reports In The Low Data Regime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E(3) x SO(3)-Equivariant Networks for Spherical Deconvolution in Diffusion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Amortized Normalizing Flows for Transcranial Ultrasound with Uncertainty Quantification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Selective experience replay compression using coresets for lifelong deep reinforcement learning in medical imaging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pediatric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832104"/>
                <a:gridCol w="1012698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Calibration-Aware Semi-Supervised Fetal Head Segmentation with Boundary-Positive Contrast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Orientation-Aware Diffusion Super-Resolution for 3T-Like Fetal MRI from Routine 1.5T Scans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SuD-CoTAN: Sulcal Depth-guided Anatomically Consistent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Ultra-ECP: Ellipse-Constrained and Point-Robust Foundation Model Adaptation for Fetal Cardiac Ultrasound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WristMIR: Coarse-to-Fine Region-Aware Retrieval of Pediatric Wrist Radiographs with Radiology Report-Driven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FERN: A Fetal Echocardiography Registration Network for 2D-to-3D Alignment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GAMBAS: Generalised-Hilbert Mamba for Super-resolution of Paediatric Ultra-Low-Field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Joint Motion Estimation with Geometric Deformation Correction for Fetal Echo Planar Images Via Deep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FUSQA: Fetal Ultrasound Segmentation Quality Assessment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AI fracture detection in a real pediatric emergency department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Ziegner et al., European Radiology 2025 (second most-cited pediatric paper of 2025)</a:t>
            </a:r>
          </a:p>
        </p:txBody>
      </p:sp>
      <p:pic>
        <p:nvPicPr>
          <p:cNvPr id="5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fractures in children are missed most often by the least experienced readers, at night, in the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1,672 consecutive radiographs of children under 18 from one tertiary pediatric emergency department, plus a selected medicolegal set (proximal tibia, radial condyle); three pediatric residents read each before and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commercially available, CE-marked deep-learning fracture detector (adult-derived, pediatric extension) run stand-alone and as a second reader.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stand-alone sensitivity 92%, specificity 83%; 100% for proximal tibia but 68% for radial condyle fractures; residents' accuracy rose from 88% to 90%, and in 2% of cases they dropped a correct diagnosis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first real-life pediatric ED evaluation: the gain from a cleared adult tool is real but modest, and the elbow remains the weak spot.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pTBLightNet: pediatric tuberculosis on frontal and lateral chest radiographs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Capellán-Martín et al., Nature Communications 2025 (open access)</a:t>
            </a:r>
          </a:p>
        </p:txBody>
      </p:sp>
      <p:pic>
        <p:nvPicPr>
          <p:cNvPr id="5" name="spot_ped_tb" descr="spot_ped_t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60" y="1258951"/>
            <a:ext cx="2376698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Capellan-Martin et al., Nat Commun 2025, figure 1: the multi-view pTBLightNet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pediatric pulmonary TB has vaguer symptoms and subtler radiographs than adult TB; most affected children in high-burden settings are never diagnosed.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pre-trained on 114,173 adult chest radiographs, then fine-tuned and tested on 918 radiographs from three pediatric TB cohorts, with lateral views.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multi-view network that scores frontal and lateral films for TB-compatible findings; separate models for under-5 and 5-18 years.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AUC 0.90 on internal and 0.68 on external testing; lateral views helped most in the youngest children; age-specific models matched larger undifferentiated ones.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shows both the value of adult pre-training for a rare pediatric target and the internal-to-external drop that every pediatric deployment should expect.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Deep-learning reconstruction shortens pediatric brain MRI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Yoo et al., Korean Journal of Radiology 2025 (open access)</a:t>
            </a:r>
          </a:p>
        </p:txBody>
      </p:sp>
      <p:pic>
        <p:nvPicPr>
          <p:cNvPr id="5" name="spot_dl_recon_mri" descr="spot_dl_recon_m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70" y="1258951"/>
            <a:ext cx="3911277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Yoo et al., Korean J Radiol 2025, figure 2: conventional (A, D) vs accelerated 3D T1 pediatric brain MRI without (B, E) and with (C, F) deep-learning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538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long 3D T1 sequences are where children move, sedation is prescribed, and scanner time is lost.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46 children scanned with both the conventional and an accelerated 3D T1 protocol (pre- and post-contrast) on one 3T scanner.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vendor deep-learning reconstruction applied to the accelerated acquisition; noise, contrast, signal-to-noise and radiologist ratings compared with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acquisition time cut by 29% (pre-contrast) and 41% (post-contrast); the deep-learning images had lower noise, higher SNR and CNR, better overall quality and fewer artifacts than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reconstruction AI is on the scanner today and gives children a shorter, better exam without any diagnostic model in the loop.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Deeplasia bone age in rare growth disorders, against multiple experts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Skaf et al., Frontiers in Endocrinology 2026 (open access); external validation of Rassmann et al., Pediatr Radiol 2023</a:t>
            </a:r>
          </a:p>
        </p:txBody>
      </p:sp>
      <p:pic>
        <p:nvPicPr>
          <p:cNvPr id="5" name="spot_deeplasia_rare" descr="spot_deeplasia_r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95" y="1258951"/>
            <a:ext cx="2889426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Skaf et al., Front Endocrinol 2026, figure 1: Deeplasia bone age vs the expert mean in the endocrine cohort (scatter and Bland-Altman)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bone-age models are trained on ordinary hands; the children who need bone age most have syndromes, endocrine disease or lysosomal storage disorders that distort the skeleton.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1,138 hand radiographs from several centers: SHOX deficiency, Noonan, Silver-Russell, Turner, CAH, precocious puberty (cohort 1) and mucopolysaccharidoses and other storage disorders (cohort 2); two to five expert Greulich-Pyle readings each.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open-source Deeplasia system run unchanged; each human rater and the model scored against the remaining experts.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absolute error 6.0 months (cohort 1) and 7.1 months (storage disorders), 1-year accuracy 90% and 81%; the model beat every individual human rater.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an open pediatric model validated on the hardest cases, by an outside group, on external data: the template for how a children's hospital should test any tool.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PET at one fifth of the counts with patch-based deep learning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Han et al., EJNMMI Physics 2026 (open access; Cincinnati Children's)</a:t>
            </a:r>
          </a:p>
        </p:txBody>
      </p:sp>
      <p:pic>
        <p:nvPicPr>
          <p:cNvPr id="5" name="spot_pet_dose" descr="spot_pet_d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67" y="1258951"/>
            <a:ext cx="2432685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Han et al., EJNMMI Phys 2026, figure 5: pediatric whole-body FDG PET, standard 90 s vs 20 s per bed, with and without patch-based deep-learning denoising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PET dose and scan time in children are set by noise; conventional denoising networks need large training sets that pediatric PET does not have.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one high-quality pediatric exam for training; a NEMA phantom and 88 clinical whole-body FDG exams (under 12 years) with list-mode data truncated from 90 s to 20 s per bed.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patch-based network that learns local structure from a single exam and denoises the reduced-count images; blinded observer study and SUV analysis.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20-second images rated equal or better than the standard 90-second images in more than 85% of cases, with resolution, contrast and SUV preserved.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either a 4.5x shorter scan or about 22% of today's injected activity, from a method trainable on a single local exam.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Children are not small adults: an adult CT segmentation model in children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Chatterjee et al., Journal of Imaging Informatics in Medicine 2025</a:t>
            </a:r>
          </a:p>
        </p:txBody>
      </p:sp>
      <p:pic>
        <p:nvPicPr>
          <p:cNvPr id="5" name="spot_not_small_adults" descr="spot_not_small_ad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48" y="1258951"/>
            <a:ext cx="3200122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Chatterjee et al., J Imaging Inform Med 2025, figure 7: pediatric CT organ labels, ground truth vs adult-trained TotalSegmentator vs pediatric-trained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most-used open CT organ segmentation model (TotalSegmentator) was trained on adults; nobody had measured how it behaves in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external adult (n = 300) and pediatric (n = 359) abdominal CT sets with expert organ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TotalSegmentator scored on both sets; then a pediatric-only nnU-Net and an adult model fine-tuned on pediatric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Dice fell from 0.81 in adults to 0.73 in children, worst for the adrenals (0.69 to 0.41 and 0.35), duodenum and pancreas; pediatric training or fine-tuning recovered the loss.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clearest quantitative case for local pediatric validation and fine-tuning of adult-derived tools before clinical use.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The biggest public pediatric radiology AI datasets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DATASETS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2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1816"/>
                <a:gridCol w="832104"/>
                <a:gridCol w="2017652"/>
                <a:gridCol w="3031816"/>
                <a:gridCol w="1014164"/>
                <a:gridCol w="1441180"/>
              </a:tblGrid>
              <a:tr h="192024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newsletter stories per year, by source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pic>
        <p:nvPicPr>
          <p:cNvPr id="4" name="newsletter_by_source" descr="newsletter_by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2023 (23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020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Sendra-Balcells et al., 2023 (Scientific Reports)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ECR 2023 – A true celebration of the cycle of life.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(DASA, the world's fourth largest diagn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Knights et al., 2023 (PLOS Medicine)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SA (DASA, the world's fourth largest di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Understanding the Imaging Spectrum of non-Hodgkin Lymphoma in Children, Adolescents and Young Adults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Survivors of Childhood Cancer: Risk of Future Disease, Screening Needs and the Role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Liu et al., 2024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Jeblick et al., 2023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2023-12-11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Revolutionising paediatric radiology: the future impact of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2024 (25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48972"/>
                <a:gridCol w="299952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van Leeuwen et al., 2024 (Radiology)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Hidden health risks of endocrine disruptors?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Brown et al., 2024 (Journal of the American Heart Association)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Guerby et al., 2024 (Hypertension)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applications in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Susan Shelmerdine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Hardie et al., 2025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Brendan Kelly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2025 (22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at #ECR2025: New AI-enabled systems, intelligent software, and imaging cloud services streamline radiology workflows, advance clinical insights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 more about FUJIFILM's latest innovations at ECR!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Iwan et al., 2020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to diagnose invisible brain abnormalities in children with epilepsy (4 minute read)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2026 (year to date) (13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17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0336"/>
                <a:gridCol w="1379728"/>
                <a:gridCol w="6196553"/>
                <a:gridCol w="2882117"/>
              </a:tblGrid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Prabhakaran et al., 2026 (Stroke)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Guerbet: Innovation and French Cooperation in the Spotlight at ECR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Unveiling at the European Congress of Radiology (ECR)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Use AI to Establish Body Charts for CT Imaging Across the Adult Lifespan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Zelop et al., 2025 (Obstetrics &amp; Gynecology)</a:t>
                      </a:r>
                    </a:p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Shah et al., 2026 (European Radiology)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CT vs. MRI for Pediatric TBI, Helium Vulnerability, and Ditching the Disk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1: a breakthrough designation is not a clearance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29 March 2026: “Ultrasound AI Gets Breakthrough Nod” (https://theimagingwire.com/newsletter/mammography-use-falls/theimagingwire.com)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FDA granted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Breakthrough Device Designation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to DeepEcho's Blind Sweep Platform, a prenatal ultrasound AI that talks the operator through a set of blind sweeps and then reads them.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from B-mode sweeps rather than expert-acquired standard planes, it automates fetal presentation, placental location and gestational age — the measurements that decide whether a pregnancy needs referral.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the acquisition end matters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most fetal AI assumes a sonographer who can already find the view. Moving the AI into acquisition is what makes obstetric ultrasound possible where there is no sonographer, which is where most undetected pathology is.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Read the regulatory word carefully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Breakthrough Designation buys priority FDA interaction, not market authorization. DeepEcho is still working toward clearance, following a separate prenatal algorithm cleared in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trade-press headlines blur designation, clearance and CE mark. For a children's hospital, only clearance with a pediatric or fetal indication is deployable today.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2: fetal cardiac AI reaches the clinic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28 June 2026: “BrightHeart's Bright Future” (https://theimagingwire.com/newsletter/interventional-work-changes-heat-wave-melts-mri-and-aidoc-breakthrough/theimagingwire.com)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26590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BrightHeart received the CE mark and debuted its fetal ultrasound AI in the EU at FMF 2026. It now holds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five FDA clearances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raised a EUR 11M Series A in January 2026, and is installed at Mount Sinai.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evidence behind it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Zelop et al.,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Obstetrics &amp; Gynecology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2025 — 877 second-trimester examinations from 11 centers, read for eight morphologic findings of severe congenital heart disease;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sensitivity 0.97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for severe CHD, and 0.99 sensitivity / 0.98 specificity against fetal cardiologists for any suspicious finding.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gap it targets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up to half of major congenital anomalies still go undetected antenatally, and prenatal detection of CHD changes delivery planning and neonatal survival.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is still missing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study is retrospective, not prospective. Nobody has yet shown detection rates rise in routine screening practice.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6034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this is the pediatric AI story furthest along the path from paper to product — and it is fetal, not pediatric. The pattern to watch is peer-reviewed multicenter accuracy first, clearances second, funding third.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3: what pediatric departments actually report using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12 July 2026: “AI's Rise in Pediatric Imaging” — Shah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European Radiology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 (https://doi.org/10.1007/s00330-026-12728-9doi 10.1007/s00330-026-12728-9)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26590"/>
            <a:ext cx="11368735" cy="1833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was news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after a decade of radiology AI research, almost no data existed on what pediatric departments have actually deployed. This international survey of 18 academic pediatric radiology centers (69% response) is the first real answer.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Adoption is wide but shallow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88.9%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run at least one AI tool, yet the tools cluster on two tasks — bone age (44.4%) and segmentation / quantification (22.2%) — and only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16.7%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called AI “transformational”.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barriers named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lack of pediatric datasets (83.3%), integration into PACS and workflow (66.7%), cost (50%).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It matches this deck's own data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bone age is also the most common pediatric clinical problem in the published literature and the one task with a mature commercial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3362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constraint is not model accuracy. It is pediatric training data and integration — both of which a children's hospital, not a vendor, is positioned to fix.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4: challenges as pediatric data infrastructure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RSNA News, 25 August 2026: “AI Challenges Fuel Innovation Beyond the Leaderboard” (https://www.rsna.org/news/2026/august/ai-challenges-fuel-innovationrsna.org)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RSNA looked back at a decade of its Kaggle AI Challenges and argued that the lasting product is not the winning model but the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curated multinational datasets with expert annotations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which stay public after the leaderboard closes, plus the open-sourced top solutions.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pediatric one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2017 Pediatric Bone Age Challenge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drew 700+ entries and remains one of the largest open pediatric imaging datasets (14,236 hand radiographs).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generalization lesson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Kitamura's team placed third, then revalidated on Brazilian data and found performance did not transfer unchanged — the same population-shift problem that makes adult-trained tools unsafe in children.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honest caveat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Pan notes these algorithms target one urgent finding and behave as triage, not as a general assistant — leaderboard rank does not predict clinical usefulness.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challenges are how pediatric imaging has historically gotten public data. Contributing annotated pediatric cases is a concrete, low-cost way for a children's hospital to move the field.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keeps its lead in FDA AI authorizations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14 September 2026: FDA AI-enabled device list, updated through June 2026</a:t>
            </a:r>
          </a:p>
        </p:txBody>
      </p:sp>
      <p:pic>
        <p:nvPicPr>
          <p:cNvPr id="5" name="imagingwire_fda_top10_2026q2" descr="imagingwire_fda_top10_2026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01" y="1258951"/>
            <a:ext cx="5196117" cy="3705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037617"/>
            <a:ext cx="6040361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Top 10 vendors by radiology FDA authorizations, counts include acquisitions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79374"/>
            <a:ext cx="6040361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theimagingwire.com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4721" y="1258951"/>
            <a:ext cx="4921776" cy="23964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1,614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AI-enabled devices authorized since the FDA began tracking, up 5.9% from Q1 2026.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1,230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of them (76%) are radiology, the same radiology-panel total this deck's own FDA pull finds.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Q2 2026: 89 authorizations (92 in Q1), 66 of them (74%) radiology.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Scanner makers lead: GE HealthCare 134, Siemens Healthineers 101, Philips 62, Canon 51, United Imaging 45.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largest software-only vendors are Aidoc (34), DeepHealth (32) and RapidAI (20).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FDA is still deciding how to regulate generative AI used in direct clinical care.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How many cleared devices actually name children?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fda_pediatric_prisma" descr="fda_pediatric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225" y="877824"/>
            <a:ext cx="4683244" cy="40423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993355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230 of the 1,230 radiology-panel authorizations (19%) name a pediatric or fetal population in the labeling passage reviewed; 53 more name children only as a phantom, a validation set or an exclusion, and are kept for label review.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Who is building commercial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commercial_companies_by_year" descr="commercial_companie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486" y="877824"/>
            <a:ext cx="6512722" cy="325636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clinical problems the cleared products address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commercial_problems" descr="commercial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898" y="877824"/>
            <a:ext cx="9281897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Products a pediatric radiologist should know (part 1)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877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343"/>
                <a:gridCol w="1107897"/>
                <a:gridCol w="1499923"/>
                <a:gridCol w="3221425"/>
                <a:gridCol w="2761222"/>
                <a:gridCol w="1499923"/>
              </a:tblGrid>
              <a:tr h="181051"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Where it stands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Greulich–Pyle and Tanner–Whitehouse bone age plus a Bone Health Index, from a hand radiograph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Built for children; CE-marked and in routine European use; US research use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(Europe)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detection on trauma radiographs, presented as regions of interest alongside the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US indication covers ages 2–21 for specified extremity views; pelvis, hip, femur, ribs and spine are adult-only [K222176, 2023]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Rayvolve (AZtrauma)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and MSK finding detection on radiographs; sibling modules cover chest findings, measurements and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US fracture indication from age 2; the bone-age module is CE-marked only [K240845, 2024]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TechCare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Trauma radiograph triage: fractures, effusions and dislocations flagged for the reader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The decision summary states a pediatric population [K242171,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US deployments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EFAI Bonesuite XR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Greulich–Pyle bone age from a PA left hand and wrist radiograph, as an adjunct to the radiologist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FDA-cleared for ages 2–16 — the pediatric-specific US bone-age clearance [K234042, 2024]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FDA-cleared, early adoption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Physis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Bone-age estimation with Greulich–Pyle atlas matching and draft report text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tool; Health Canada licensed, no FDA authorization identified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Promising, limited US access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Flags eight morphological findings suspicious for congenital heart disease on second-trimester views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by definition: second-trimester exams, maternal age 18+ [K252294,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 / pilots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Detect / Sonio Suspect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Checks that the required fetal views were obtained and are of usable quality (Detect); flags images suspicious for anomalies (Suspect)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by definition; every FDA entry states a fetal population [K252433,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 / pilots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Delivery Date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Predicts the delivery date from a second- or third-trimester ultrasound when dating is unreliable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Prenatal; the first De Novo of its kind (a new device class) [DEN250007,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Newly authorized, unproven in practice</a:t>
                      </a:r>
                    </a:p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Swoop Portable MR + BrainInsight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Hyperfine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neurologic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Bedside low-field brain MRI whose usable image quality comes from deep-learning reconstruction; BrainInsight adds automated volumes and midline shift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the natural use is the NICU and PICU, where transport is the risk [K253489,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In pediatric pilots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spineEOS / VEA Align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EOS imaging (Alphatec)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3D spine and lower-limb modeling from biplanar low-dose full-body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Scoliosis follow-up is repeated imaging of a growing child, so the dose saving compounds [K251747,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(pediatric orthopedics)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CoLumbo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Smart Soft Healthcare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MRI segmentation, measurement and structured reporting, lumbar and cervical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no pediatric-specific performance reported [K254015,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28385"/>
            <a:ext cx="11368735" cy="5991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54"/>
              </a:spcAft>
            </a:pPr>
            <a:r>
              <a:rPr sz="1012" b="0" i="0">
                <a:solidFill>
                  <a:srgbClr val="1A1A1A"/>
                </a:solidFill>
                <a:latin typeface="Helvetica Neue"/>
              </a:rPr>
              <a:t>Square brackets give the FDA submission supporting the pediatric claim and its decision year; a blank means no US authorization was identified for that product. “Where it stands” is our reading of deployment, not a measured adoption rate. A company's total of FDA AI entries is not a pediatric credential — the large vendors' entries are mostly whole scanners whose labels list pediatric imaging as one clinical application (see the authorizations-per-company figure).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Products a pediatric radiologist should know (part 2)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630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343"/>
                <a:gridCol w="1107897"/>
                <a:gridCol w="1499923"/>
                <a:gridCol w="3221425"/>
                <a:gridCol w="2761222"/>
                <a:gridCol w="1499923"/>
              </a:tblGrid>
              <a:tr h="170078"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Where it stands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BriefCase-Triage (CARE modules)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Aidoc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triage / worklist prioritization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Worklist triage on CT and CTA: intracranial hemorrhage, pulmonary embolism, pneumothorax, cervical-spine and rib fractures, free gas and more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Most entries state a pediatric population; the evidence behind them is adult, so treat pediatric use as local validation work [K253578,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Viz LVO / Viz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stroke / intracranial bleed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Detects large-vessel occlusion and intracranial hemorrhage and pushes the case to the stroke team's phones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No pediatric population statement found in the screened summaries; pediatric stroke use would be off-label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(adult)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qXR-TB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lung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 screening for tuberculosis, built for high-burden settings with few readers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reports CE-marked use from age 0–15; US eligibility varies by module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 in global-health screening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AIR Recon DL / TrueFidelity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GE HealthCare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reconstruction: shorter MRI acquisitions at the same quality, and CT images at lower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Sold across ages; the pediatric benefit is fewer sedations and less dose, and it is the AI most children actually meet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Resolve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Siemens Healthineers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MRI deep-learning denoising and resolution enhancement that supports accelerated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publishes pediatric protocols; scan-time reduction is the pediatric argument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Canon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reconstruction for both CT (noise, dose) and MRI (noise, resolution, scan time)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publishes pediatric CT galleries; protocol and version determine what is available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SmartSpeed /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MRI acceleration with deep-learning reconstruction (SmartSpeed); CT reconstruction at reduced dose (Precise Image)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Sold across ages; pediatric protocols are the vendor's own, not a separate indication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SubtleMR /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Vendor-neutral MRI post-processing: denoising and sharpening so a shorter acquisition still reads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No adult-only restriction in the reviewed US indications; SwiftMR's 2026 validation includes ages 0–21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Deployed, vendor-neutral retrofit</a:t>
                      </a:r>
                    </a:p>
                  </a:txBody>
                  <a:tcPr marL="45720" marR="45720" marT="18288" marB="18288" anchor="t"/>
                </a:tc>
              </a:tr>
              <a:tr h="515721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Butterfly iQ3; Clarius Bladder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Butterfly Network / Clarius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point-of-care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Handheld ultrasound with on-device AI: bladder volume, gestational age, ejection fraction, lung and nerve tools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The scanners are labeled for adult and pediatric imaging, but each AI tool carries its own age scope and most are adult-only; Clarius Bladder AI covers ages 2 and over [K232257, 2023]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Scanners widely deployed; AI tools mostly adult-scoped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Arterys Cardio DL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Arterys (Tempus)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/ echo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MRI segmentation, flow and volume quantification with a cloud workflow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One of the earliest AI clearances to name neonates, infants, children and adolescents outright (2017) [K163253, 2017]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Historically important; now a Tempus product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Acorn 3D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Mighty Oak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vertebral segmentation from CT to build patient-specific 3D models and surgical guides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the use case is pediatric deformity surgery [K260322,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Niche, surgical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Second Opinion 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Pearl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dental / craniofacial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Detects caries and other findings on pediatric dental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rare device whose name and indication are pediatric from the start [K243893,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 in dentistry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581497"/>
            <a:ext cx="11368735" cy="5549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23"/>
              </a:spcAft>
            </a:pPr>
            <a:r>
              <a:rPr sz="924" b="0" i="0">
                <a:solidFill>
                  <a:srgbClr val="1A1A1A"/>
                </a:solidFill>
                <a:latin typeface="Helvetica Neue"/>
              </a:rPr>
              <a:t>Square brackets give the FDA submission supporting the pediatric claim and its decision year; a blank means no US authorization was identified for that product. “Where it stands” is our reading of deployment, not a measured adoption rate. A company's total of FDA AI entries is not a pediatric credential — the large vendors' entries are mostly whole scanners whose labels list pediatric imaging as one clinical application (see the authorizations-per-company figure).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1: BoneXpert — the most-validated pediatric AI you cannot buy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Visiana, Denmark (https://bonexpert.com/bonexpert.com) — bone age /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47395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automated Greulich–Pyle and Tanner–Whitehouse bone age from a single hand radiograph, plus a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Bone Health Index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from cortical thickness and an adult-height predictor. Not a second reader — it replaces the manual rating.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is the benchmark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designed for children from the start, in routine European clinical use since 2009, and the comparator nearly every academic bone-age paper measures itself against. It is the one pediatric AI with a decade of unglamorous production experience behind it.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catch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CE-marked in Europe; in the United States the vendor labels it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research use only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 There is no FDA authorization. The only pediatric-specific US bone-age clearance is a different product, EFAI Bonesuite XR Bone Age Pro (ages 2–16, K234042, 2024).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tells us about the market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pediatric-native tools exist and work. The bottleneck is a US regulatory and commercial path, not the science.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0606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when someone says “there is no pediatric AI”, the accurate statement is that the best pediatric AI is not licensed here.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2: BoneView — read the anatomy, not just the age range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Gleamer, France — fracture / trauma; US clearance K222176 (BoneView 1.1-US, 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59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flags suspected fractures on trauma radiographs as regions of interest beside the image. The international suite also covers dislocations, effusions and focal bone lesions;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the US clearance is fracture detection only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indication is narrower than “ages 2–21”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K222176 permits ages 2–21 for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specified extremity views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clavicle included. Pelvis, hip, femur, ribs and spine are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adult-only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in that summary — a child with a suspected hip or rib fracture is outside the pediatric indication.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the real-life pediatric evidence shows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one pediatric ED evaluation of a cleared fracture detector (Ziegner et al.,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Eur Radiol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2025, 1,672 radiographs) found 92% stand-alone sensitivity but only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68% for radial condyle fractures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and residents' accuracy rose 88% → 90%.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failure mode to watch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in 2% of cases readers abandoned a correct diagnosis after seeing the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most mature pediatric AI market still needs local validation by anatomy, and a reader policy for disagreement.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3: Aidoc BriefCase — a pediatric label is not pediatric evidence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Aidoc, Israel — CT/CTA triage and worklist prioritization; e.g.\ K253578 (2026)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reads CT and CTA as they arrive and reorders the worklist — intracranial hemorrhage, pulmonary embolism, pneumothorax, cervical-spine and rib fractures, free gas. Triage, not diagnosis, is the product.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number that matters here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Aidoc holds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23 of the 230 pediatric-label-positive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radiology authorizations in our FDA screen, more than any other company.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that does and does not mean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decision summaries state a pediatric patient population, but the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performance data behind them is adult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 A population statement in an intended-use paragraph is a candidate for label review, not evidence of testing in children.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matters operationally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triage silently changes the order a pediatric radiologist sees cases in. A model tuned on adult prevalence will mis-prioritize a pediatric list, and nobody sees the ranking it produced.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“FDA-cleared, pediatric population included” is this market's most common and most misleading claim. Ask for pediatric subgroup performance; usually there is none.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4: deep-learning reconstruction — the AI children actually meet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GE AIR Recon DL / TrueFidelity; Siemens Deep Resolve; Canon AiCE; Philips SmartSpeed / Precise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reconstructs MRI and CT from noisier, faster or lower-dose raw data — shorter MRI at comparable quality, CT at reduced dose. It is not interpretive: it makes the picture the radiologist then reads.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is the biggest pediatric win on this list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 shorter MRI is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fewer sedations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; a lower-dose CT is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less radiation to a growing child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 Neither requires anyone to trust a diagnostic model.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regulatory shape is different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these are sold across ages as part of the scanner, with vendor-published pediatric protocols rather than a pediatric indication. Philips holds 28 pediatric-label-positive entries,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one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of which is software; the rest are scanner labels listing pediatric imaging as an application.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caveat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dose and time reductions are not fixed properties of the product name — they depend on task, patient size and configuration, and must be measured locally.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most of the pediatric benefit already installed here is non-interpretive AI nobody calls AI, and it is where a validation program should start.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Kamran review: broader research, stronger validation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 (https://doi.org/10.1007/s00247-025-06462-5doi 10.1007/s00247-025-06462-5)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15582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 large but concentrated literature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789 pediatric-focused original articles (2005–August 2024); 91% addressed image interpretation/diagnosis. Leading applications were bone age (88), pneumonia (65), and brain lesions/tumors (54).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Generalizability needs stronger evidence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65% relied on local hospital datasets. The authors call for diverse, multicenter datasets and prospective validation across pediatric ages, sites, and disease-prevalence settings.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Broaden the research agenda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communication, education, policy, and stakeholder perspectives were underrepresented. Include children, families, and clinical teams in development and evaluation.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9039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prioritize representative data, validation, and neglected clinical needs. This review maps research activity; it does not compare model accuracy or establish clinical readiness.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ACR white paper: the pediatric AI gap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Sammer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J Am Coll Radiol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2023;20:730–737 (https://doi.org/10.1016/j.jacr.2023.06.003doi 10.1016/j.jacr.2023.06.003)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3228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Scope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ACR Pediatric AI Workgroup white paper framing limited access to pediatric AI as a health equity issue.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Availability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at the time of the review, only 6 of more than 200 FDA-cleared tools in the ACR catalog indicated pediatric use (about 3%).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adult AI may fail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growth, disease patterns, and imaging protocols differ; published studies show uneven performance across pediatric subgroups.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Barriers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scarce labeled pediatric data, consent and privacy concerns, and weak financial incentives for smaller pediatric markets.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Recommendations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validate in children, disclose age-specific evidence, fund pediatric development, involve families, and protect pediatric workflows. The authors introduce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Image IntelliGently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to advance this work.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Multisociety statement: safe pediatric AI implementation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Shelmerdine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J Am Coll Radiol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2026;23:89–101 (https://doi.org/10.1016/j.jacr.2025.08.019doi 10.1016/j.jacr.2025.08.019)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0" i="0">
                <a:solidFill>
                  <a:srgbClr val="1A1A1A"/>
                </a:solidFill>
                <a:latin typeface="Helvetica Neue"/>
              </a:rPr>
              <a:t>ACR, ESPR, SPR, SLARP, AOSPR, and SPIN propose four pillars for safe adoption: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9133"/>
            <a:ext cx="11368735" cy="204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Regulation and purchasing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pediatric labeling and proposed safety ratings; diverse datasets, subgroup performance, transparency, and cybersecurity.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Implementation and integration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define a local clinical need, select tools validated in children, pilot before scaling, and involve pediatric specialists and families.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Interpretation and postmarket surveillance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retain human oversight; audit performance and patient outcomes; manage discrepancies, report adverse events, and address automation bias.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Education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foundational AI literacy for all staff, pediatric-specific training, continuing education, and patient/public engagement.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Worth knowing as a radiologist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2137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Deep Learning: A Primer for Radiologists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(Radiographics paper, 2017): a helpful introduction to the principles and applications of deep learning in radiology; essential for understanding how AI tools work and their limitations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(benchmark / dataset): a landmark pediatric benchmark; useful for understanding automated bone-age accuracy and its limits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(clinical products): examples of fracture-detection assistance with pediatric indications; eligibility depends on age, anatomy, and product version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FDA AI-enabled device list and linked labeling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(regulatory resource): a starting point for checking authorized use and pediatric age ranges; the list is not exhaustive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CLAIM checklist (2024 update)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(reporting guideline): check whether data, reference standards, and testing are adequately described; reporting completeness alone does not establish clinical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tool): automated CT / MR organ segmentation for volumes and body composition; check accuracy in children before trusting measurements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a strong baseline for training segmentation models; ask whether a new method improves on an appropriate comparator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models): prompt-guided contours can assist annotation; radiologists still need to review and correct the output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MONAI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infrastructure for imaging-AI development; useful when collaborating with a research team, rather than a ready-to-use diagnostic tool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Recommendations for pediatric radiologists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885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AI development is constrained by scarce public datasets, fragmented institutional data, rare diseases, and heterogeneous reporting practices.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Choose one task worth improving in your practice: bone-age measurements, fracture detection, or reducing CT dose / MRI scan time.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Before adopting a tool, ask which children it was tested on. Check the intended age range and test it on your own cases, including younger children and unusual anatomy.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In a local pilot, measure what changes with AI: reading time, missed findings, false alarms, dose, or scan time. Review errors and keep checking after rollout.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Help build the evidence we need: choose a pediatric problem you see often, label cases carefully, and work with other hospitals to test whether a model works beyond the site that built it.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