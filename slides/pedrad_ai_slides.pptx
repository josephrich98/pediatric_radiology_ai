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Calibri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Calibri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Calibri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 / 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Calibri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545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Academic output.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PubMed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(E-utilities) yearly counts per query and per modality/task term group, plus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preprints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(OpenAlex type:preprint: arXiv, medRxiv, bioRxiv, …) counted with the same queries, because PubMed does not index arXiv (4,426 radiology-AI preprints in 2025).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Most-cited papers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from OpenAlex (union of modality/task searches, deduped, articles and preprints): one list for 2008-2022, then one per year from 2023, each showing raw citations and the field-weighted citation impact (FWCI, 1 = world average for that field and year), so recent papers are not buried under 2023 ones.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Venues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Semantic Scholar venue search (NeurIPS, ICLR, ICML, CVPR, MICCAI, MIDL) and OpenAlex journal filters (RSNA, SPR), 2023–present;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PatentsView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for granted patents.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Clinical problems.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pediatric radiology-AI query AND a term group per problem (bone age, fracture, pneumonia, appendicitis, brain tumor, …), counted per era; a paper can name several problems.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Datasets.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Public pediatric imaging datasets, sizes verified against the primary papers or hosting pages.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Commercial players.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The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(public spreadsheet: decision date, device, company, lead panel), filtered to the Radiology panel; cross-checked against a curated list of products with pediatric indications.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Trade press.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Newsletter archives (The Imaging Wire, RSNA News, ESR/ECR, TLDR, Signify Research, Radiology Business) split into stories; a story is radiology-AI when AI terms co-occur with imaging terms, pediatric when pediatric terms also co-occur; a story's outbound publisher link is resolved to a DOI and cited (OpenAlex).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Pediatric filter.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PubMed: the radiology-AI query AND (pediatric* OR paediatric* OR child* OR infant* OR neonat* OR adolescen* OR “children's hospital”). Most-cited lists: the title must also carry a pediatric term (bone age, fetal, newborn, …), otherwise highly cited adult papers float in. Newsletters: pediatric term inside the same story.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Representative PubMed query (radiology ∩ AI):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105531"/>
            <a:ext cx="11368735" cy="405765"/>
          </a:xfrm>
          <a:prstGeom prst="rect">
            <a:avLst/>
          </a:prstGeom>
          <a:solidFill>
            <a:srgbClr val="E8EAF6"/>
          </a:solidFill>
        </p:spPr>
        <p:txBody>
          <a:bodyPr wrap="square" lIns="109728" rIns="109728" tIns="73152" bIns="7315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(radiology OR radiograph* OR “medical imaging” OR MRI OR “computed tomography” OR CT[tiab] OR ultrasound[tiab] … NOT (“optical coherence” OR fundus OR dental OR histopatholog* …))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AND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(“artificial intelligence” OR “deep learning” OR “convolutional neural network” OR radiomics …)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 counts</a:t>
            </a:r>
          </a:p>
        </p:txBody>
      </p:sp>
      <p:pic>
        <p:nvPicPr>
          <p:cNvPr id="3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Radiology AI publications, stratified by modality and task</a:t>
            </a:r>
          </a:p>
        </p:txBody>
      </p:sp>
      <p:pic>
        <p:nvPicPr>
          <p:cNvPr id="3" name="modality_by_task" descr="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Bar = percentage of radiology-AI papers (123,413 = 98,842 PubMed + 24,571 preprints, 2008–present) whose title/abstract names the modality; segments = which task terms those papers use (overlapping). What each task means, by what the model produces: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publications, stratified by modality and task</a:t>
            </a:r>
          </a:p>
        </p:txBody>
      </p:sp>
      <p:pic>
        <p:nvPicPr>
          <p:cNvPr id="3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Same construction, restricted to the pediatric subset (10,620 papers incl. 479 preprints). Top pediatric modalities: MRI 41%, CT 16%, ultrasound 13%, x-ray / radiography 13%. Mammography is omitted: its 79 pediatric-query hits (of 10,620) are adult breast-imaging papers whose abstracts mention children.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number from the image: bone age, Cobb angle, organ volume, fetal biometry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text: draft, summarize, or extract from radiology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Calibri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: protocoling, scheduling, ordering, decision support, education</a:t>
            </a:r>
          </a:p>
        </p:txBody>
      </p:sp>
      <p:sp>
        <p:nvSpPr>
          <p:cNvPr id="8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</a:t>
            </a:r>
          </a:p>
        </p:txBody>
      </p:sp>
      <p:pic>
        <p:nvPicPr>
          <p:cNvPr id="3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journals publish pediatric radiology AI, 2023–present</a:t>
            </a:r>
          </a:p>
        </p:txBody>
      </p:sp>
      <p:pic>
        <p:nvPicPr>
          <p:cNvPr id="3" name="journal_impact_2023_2026" descr="journal_impact_2023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859" y="877824"/>
            <a:ext cx="7173976" cy="39300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881067"/>
            <a:ext cx="11368735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x = OpenAlex 2-year mean citedness (a free JIF analogue; runs below the published JIF). y = cumulative pediatric radiology-AI papers 2023-2026 (PubMed, strict title/abstract query). The 28 journals with at least 20 of them are shown, carrying 1,099 of 3,340; the rest is a long tail. Largest: Pediatric Radiology (136); median impact 3.2, 1 at 10 or above – this work lands mostly in mid-impact specialty and technical journals. medRxiv clears the threshold (31 papers) but has no impact number of any kind, so it is not plotted.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Cross-check: an independent 2025 scoping review of pediatric radiology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Calibri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radiography 38%, MRI 33%, ultrasound 14%, CT 11%, nuclear 2%. Our pediatric query ranks MRI first (MRI 41%, CT 16%, ultrasound 13%, x-ray / radiography 13%)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The biggest public pediatric radiology AI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22174198" cy="4652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263046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75364"/>
                <a:gridCol w="685800"/>
                <a:gridCol w="685800"/>
                <a:gridCol w="685800"/>
                <a:gridCol w="685800"/>
                <a:gridCol w="685800"/>
                <a:gridCol w="685800"/>
                <a:gridCol w="263046"/>
                <a:gridCol w="685800"/>
                <a:gridCol w="685800"/>
                <a:gridCol w="685800"/>
                <a:gridCol w="685800"/>
                <a:gridCol w="685800"/>
                <a:gridCol w="685800"/>
                <a:gridCol w="87682"/>
                <a:gridCol w="685800"/>
                <a:gridCol w="685800"/>
                <a:gridCol w="685800"/>
                <a:gridCol w="685800"/>
                <a:gridCol w="685800"/>
                <a:gridCol w="685800"/>
                <a:gridCol w="125260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70790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2008-2022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360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can deep learning do across medical imaging? (the field's reference surv...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Annual Review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Swin UNETR: Swin Transformers for Semantic Segmentation of Brain Tumors in MR...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COVID-Net: a tailored deep convolutional neural network design for detection...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ChestX-Ray8: Hospital-Scale Chest X-Ray Database and Benchmarks on Weakly-Sup...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 Vision and Pattern...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nnU-Net: a self-configuring method for deep learning-based biomedical image s...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self-configuring method segment any organ or lesion without hand tuni...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standardized image features (radiomics) be extracted reproducibly? (PyRad...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57853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80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would a single generalist medical AI model that handles images, text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Redefining Radiology: A Review of Artificial Intelligence Integration in Medi...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Where does AI fit in radiology workflow, from acquisition to reporting? (revi...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Study of CNN and Transfer Learning in Medical Imaging: Advantages, Challeng...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does the unmodified Segment Anything Model work on medical images? (...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brain tumor detection using convolutional deep learning methods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Informatics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Brain Tumor Detection Based on Deep Learning Approaches and Magnetic Resonanc...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 IEEE/CVF International...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498983"/>
            <a:ext cx="11368735" cy="2737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80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ACM Transactions on Multime...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Does a state-space (Mamba) backbone beat convolutions and transformers for me...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Generalist foundation models from a multimodal dataset for 3D computed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neuro-oncology: advances and challenges in brain 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METhodological RadiomICs Score (METRICS): a quality scoring tool for radiomic...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medical image segmentation: State-of-the-art advancements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Informatics in Medicine Unl...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Advances in Medical Image Segmentation: A Comprehensive Review of Traditional...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Employing deep learning and transfer learning for accurate brain tumor detect...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learning-based information fusion techniques for multimodal...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models for medical report generation and visual question answ...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report generation / LLM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What can vision-language models do for report generation and visual question...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121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Multi-model assurance analysis showing large language models are highly vulne...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generalist foundation model for radiology by leveraging web-scale 2D&amp;...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radiology foundation model trained on web-scale 2D and 3D scans general...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 and validation of an autonomous artificial intelligence agent for...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autonomous LLM agent that calls imaging and other tools support oncolo...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Med-R1: Reinforcement Learning for Generalizable Medical Reasoning in Vision-...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Medica...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healthcare and medicine: clinical applications, th...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Segmentation: A Comprehensive Review of Deep Learning-Based Met...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Advanced Brain Tumor Classification in MR Images Using Transfer Learning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339878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radiology AI papers, 2026 (year to date)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439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Reporting checklist for foundation and large language models in medical resea...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Diagnostic and Intervention...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can medical AI be scaled across hospitals, populations and tasks without...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Applications and limitations of large language models to integrate medical 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Iran Journal of Computer Sc...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hybrid deep learning framework based on VGG19 and U-Net for accurate brain...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artificial intelligence (XAI) in medical imaging: a systematic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Which explainability methods are used in medical imaging AI and do they help?...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AI-driven MRI-based brain tumor classification: a novel deep lear...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Agentic AI in Radiology: Evolution from Large Language Models to Future Clini...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Radiology: Artificial Intel...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are agentic AI systems in radiology and what stands between them and cli...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Leveraging multi-modal foundation models for analysing spatial multi-omic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Biomedical Engineeri...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Developmental Cognitive Neu...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one network segment infant brain MRI across the first years of life? (BIB...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58089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2008-2022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519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a Deep-Learning Neural Network Model in Assessing Skeletal Mat...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Computerized Bone Age Estimation Using Deep Learning Based Program: Evaluatio...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AJR. 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Is a commercial deep-learning bone-age program accurate and faster in practic...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Plane Localization in Fetal Ultrasound via Domain Transferred Deep N...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journal of biomedical...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Automatic Fetal Ultrasound Standard Plane Recognition Based on Deep Learning...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Indust...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deep convolutional neural networks for automatic classification...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 ensemble of neural networks provides expert-level prenatal detection of co...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2010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Artificial Intelligence in Korean Pediatric Populat...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Standard fetal ultrasound plane classification based on stacked ensemble of 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 systems with applica...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based on deep neural networks with annotation-free cascad...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Artificial Int...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Review on deep learning fetal brain segmentation from Magnetic Resonance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Transfer learning for accurate fetal organ classification from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Italian National Conference...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for estimation of fetal weight throughout the pregnancy from fe...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American Journal of Obstetr...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model for prenatal congenital heart disease (CHD) screening 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 prenatal congenital heart disease screening model work on retrospectiv...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End-To-End Pediatric Low-Grade Glioma Segmentation and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Canadian Association of Rad...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419430"/>
            <a:ext cx="11368735" cy="2737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04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Intrapartum Ultrasound Image Segmentation of Pubic Symphysis and Fetal Head 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International Conference on...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FetalBrainAwareNet: Bridging GANs with anatomical insight for fetal ultrasoun...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Medical Imaging Gra...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assisted common maternal fetal planes prediction from...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denoising reconstruction for improved image quality in fetal ca...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Cardiovascular...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RTSeg-net: A lightweight network for real-time segmentation of fetal head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FetSAM: Advanced Segmentation Techniques for Fetal Head Biometrics in Ultraso...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Open Journal of Engine...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automated lesion segmentation on pediatric focal cortical...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epilepsy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Can focal cortical dysplasia lesions be found automatically on preoperative p...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Integration of a Deep Convolutional Neural Network With Adaptive Channel Weig...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Transactions on Instru...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Explainable AI in Deep Learning Based Classification of Fetal Ultrasound Imag...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deep learning framework for identifying and segmenting three vessels in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BioMedical Engineering OnLi...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82"/>
              </a:spcAft>
            </a:pPr>
            <a:r>
              <a:rPr sz="522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121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 comprehensive review of artificial intelligence - based algorithm towards f...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Rev...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M-CNN-RF: A hybrid deep learning model for accurate pediatric skeletal age 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Alexandria Engineering Jour...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Bone Age Assessment Using Various Medical Imaging Techniques Enhanced by Arti...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Advancing prenatal healthcare by explainable AI enhanced fetal ultrasound ima...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FetalMovNet: A Novel Deep Learning Model Based on Attention Mechanism for Fet...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Effectiveness and clinical impact of using deep learning for first-trimester...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Association between deep learning radiomics based on placental MRI and preecl...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Prenatal detection of congenital heart defects using the deep learning-based...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on prenatal ultrasound video detect congenital heart defect...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Multi-view deep learning framework for the detection of chest X-rays compatib...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Evaluation of Image Quality and Scan Time Efficiency in Accelerated 3D T1-Wei...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0">
                          <a:solidFill>
                            <a:srgbClr val="1A1A1A"/>
                          </a:solidFill>
                          <a:latin typeface="Calibri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522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Most-cited pediatric radiology AI papers, 2026 (year to date)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0.92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4630398" cy="5519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420129"/>
                <a:gridCol w="685800"/>
                <a:gridCol w="685800"/>
                <a:gridCol w="685800"/>
                <a:gridCol w="685800"/>
                <a:gridCol w="685800"/>
                <a:gridCol w="685800"/>
                <a:gridCol w="185351"/>
                <a:gridCol w="685800"/>
                <a:gridCol w="685800"/>
                <a:gridCol w="685800"/>
                <a:gridCol w="685800"/>
                <a:gridCol w="685800"/>
                <a:gridCol w="685800"/>
                <a:gridCol w="308918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and radiomics for pediatric brain tumor classificatio...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AI and radiomics classify pediatric brain tumors and their molecular subt...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assessment of fetal brain maturation on 3D ultrasound volumes 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in Obstetrics 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 learning grade fetal brain maturation on 3D ultrasound in growth res...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Learning-Based Multi-Class Pediatric Wrist Fracture Subtype Classificati...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Current applications and challenges of artificial intelligence applied to dia...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Acquisition time/dose reduction in pediatric PET imaging using patch-based de...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pediatric PET use one fifth of the counts with patch-based deep-learning...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Optimizing pediatric chest CT: superior image quality and lower radiation dos...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European Journal of Radiolo...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Can deep-learning reconstruction lower pediatric chest CT dose while improvin...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efficiency in pediatric brain tumor segmentation using a pathologic...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assessment in rare pediatric growth disorders: a comparati...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1">
                          <a:solidFill>
                            <a:srgbClr val="1A1A1A"/>
                          </a:solidFill>
                          <a:latin typeface="Calibri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: Does an open bone-age model hold up in rare growth disorders against several...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37642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Citations for the current year are still accumulating; the FWCI column is the more stable signal here.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NeurIPS: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45 (2023: 13, 2024: 12, 2025: 20);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0362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DiffusionBlend: Learning 3D Image Prior through Position-aware Diffusion Score Blending for 3D Computed Tomography Reco...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Knowledge-based in silico models and dataset for the comparative evaluation of mammography AI for a range of breast cha...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544813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45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ICLR: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17 (2023: 4, 2024: 5, 2025: 8);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18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Effect of Intrinsic Dataset Properties on Generalization: Unraveling Learning Differences Between Natural and Medic...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Improved Training of Physics-Informed Neural Networks Using Energy-Based Priors: a Study on Electrical Impedance Tomogr...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226602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ICML: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 (2023: 4, 2024: 2, 2025: 6); 0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9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306155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CVPR: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57 (2023: 15, 2024: 24, 2025: 18); 1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5683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719241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MICCAI: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521 (2023: 139, 2024: 195, 2025: 187); 25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638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147049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521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MIDL: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62 (2023: 33, 2024: 29); 2 pediatric (marked ★).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679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MProtoNet: A Case-Based Interpretable Model for Brain Tumor Classification with 3D Multi-parametric Magnetic Resonance...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306155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RSNA: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Radiological Society of North America: Radiology, Radiology: AI, RadioGraphics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616 (2023: 151, 2024: 174, 2025: 185, 2026: 106); 13 pediatric (marked ★). RSNA annual-meeting abstracts are not indexed; the society's journals stand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0362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113.7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Checklist for Artificial Intelligence in Medical Imaging (CLAIM): 2024 Update.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Chatbots and Large Language Models in Radiology: A Practical Primer for Clinical and Research Applications.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Image Biomarker Standardization Initiative: Standardized Convolutional Filters for Reproducible Radiomics and Enhan...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29.4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and Other Large Language Models Are Double-edged Swords.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Performance of ChatGPT on a Radiology Board-style Examination: Insights into Current Strengths and Limitations.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 Learning Image Reconstruction for CT: Technical Principles and Clinical Prospects.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Automation Bias in Mammography: The Impact of Artificial Intelligence BI-RADS Suggestions on Reader Performance.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Potential of ChatGPT and GPT-4 for Data Mining of Free-Text CT Reports on Lung Cancer.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MRI-based Quantification of Intratumoral Heterogeneity for Predicting Treatment Response to Neoadjuvant Chemotherapy in...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AI Responds to Common Lung Cancer Questions: ChatGPT vs Google Bard.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 Guide to Cross-Validation for Artificial Intelligence in Medical Imaging.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Predicting Microvascular Invasion in Hepatocellular Carcinoma Using CT-based Radiomics Model.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854481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616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SPR: radiology AI works, 2023–2026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Society for Pediatric Radiology: Pediatric Radiology (journal)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 Radiology-AI works found, 2023–2026: 120 (2023: 27, 2024: 17, 2025: 37, 2026: 39); 70 pediatric (marked ★). SPR meeting abstracts are not indexed; the society's journal stands 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168006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1.0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35354"/>
          <a:ext cx="11368735" cy="7513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5196535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implementation in pediatric radiology for patient safety: a multi-society statement from the ACR, ESPR, SPR, SLARP,...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Scanner-based real-time three-dimensional brain + body slice-to-volume reconstruction for T2-weighted 0.55-T low-field...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Capability of multimodal large language models to interpret pediatric radiological images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vs. Doctors: Diagnosing Necrotizing Enterocolitis on Abdominal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Detecting pediatric wrist fractures using deep-learning-based object detection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39165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to identify fractures on pediatric and young adult upper extremity radiographs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Deeplasia: deep learning for bone age assessment validated on skeletal dysplasias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Comparison of diagnostic performance of a deep learning algorithm, emergency physicians, junior radiologists and senior...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intelligence-based detection of paediatric appendicular skeletal fractures: performance and limitations for...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unintended consequences of artificial intelligence in paediatric radiology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Artificial Intelligence in Paediatric Tuberculosis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71871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Innovative advances in pediatric radiology: computed tomography reconstruction techniques, photon-counting detector com... ★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9022130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Semantic Scholar venue search, citations and FWCI from OpenAlex; title-level relevance filter; the 12 most-cited of 120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Which medical problems pediatric radiology AI addresses</a:t>
            </a:r>
          </a:p>
        </p:txBody>
      </p:sp>
      <p:pic>
        <p:nvPicPr>
          <p:cNvPr id="3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AI fracture detection in a real pediatric emergency department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Ziegner et al., European Radiology 2025 (second most-cited pediatric paper of 2025)</a:t>
            </a:r>
          </a:p>
        </p:txBody>
      </p:sp>
      <p:pic>
        <p:nvPicPr>
          <p:cNvPr id="4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pTBLightNet: pediatric tuberculosis on frontal and lateral chest radiographs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Capellán-Martín et al., Nature Communications 2025 (open access)</a:t>
            </a:r>
          </a:p>
        </p:txBody>
      </p:sp>
      <p:pic>
        <p:nvPicPr>
          <p:cNvPr id="4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Capellan-Martin et al., Nat Commun 2025, figure 1: the multi-view pTBLightNet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Deep-learning reconstruction shortens pediatric brain MRI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Yoo et al., Korean Journal of Radiology 2025 (open access)</a:t>
            </a:r>
          </a:p>
        </p:txBody>
      </p:sp>
      <p:pic>
        <p:nvPicPr>
          <p:cNvPr id="4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Deeplasia bone age in rare growth disorders, against multiple experts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4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PET at one fifth of the counts with patch-based deep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Han et al., EJNMMI Physics 2026 (open access; Cincinnati Children's)</a:t>
            </a:r>
          </a:p>
        </p:txBody>
      </p:sp>
      <p:pic>
        <p:nvPicPr>
          <p:cNvPr id="4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Children are not small adults: an adult CT segmentation model in children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Chatterjee et al., Journal of Imaging Informatics in Medicine 2025</a:t>
            </a:r>
          </a:p>
        </p:txBody>
      </p:sp>
      <p:pic>
        <p:nvPicPr>
          <p:cNvPr id="4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source: cdn.ncbi.nlm.nih.gov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92419" y="1258951"/>
            <a:ext cx="6264078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640078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Data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radiology AI stories, all ages</a:t>
            </a:r>
          </a:p>
        </p:txBody>
      </p:sp>
      <p:pic>
        <p:nvPicPr>
          <p:cNvPr id="3" name="newsletter_radiology_ai" descr="newsletter_radiology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Newsletters — pediatric radiology AI stories</a:t>
            </a:r>
          </a:p>
        </p:txBody>
      </p:sp>
      <p:pic>
        <p:nvPicPr>
          <p:cNvPr id="3" name="newsletter_watch" descr="newsletter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08" y="877824"/>
            <a:ext cx="8286878" cy="4603821"/>
          </a:xfrm>
          <a:prstGeom prst="rect">
            <a:avLst/>
          </a:prstGeom>
        </p:spPr>
      </p:pic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2023 (23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861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Sendra-Balcells et al., 2023 (Scientific Re...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(DASA, the world's fourth larg...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Sao Paolo's Diagnosticos da America SA (DASA, the world's fourth l...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Understanding the Imaging Spectrum of non-Hodgkin Lymphoma in Children,...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Survivors of Childhood Cancer: Risk of Future Disease, Screening Needs...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Liu et al., 2024 (American Journal of Roent...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2024 (25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86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Brown et al., 2024 (Journal of the American...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Hardie et al., 2025 (American Journal of Ro...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2025 (22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941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Calibri"/>
              </a:rPr>
              <a:t>0.85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5171"/>
          <a:ext cx="11368734" cy="7381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61848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at #ECR2025: New AI-enabled systems, intelligent software, and...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80059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to diagnose invisible brain abnormalities in children with epilepsy...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41401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095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Pediatric radiology AI in the trade press, 2026 (year to date) (13 stories)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1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0.90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68006"/>
          <a:ext cx="11368734" cy="6110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1206412"/>
                <a:gridCol w="685800"/>
                <a:gridCol w="685800"/>
                <a:gridCol w="685800"/>
                <a:gridCol w="685800"/>
                <a:gridCol w="685800"/>
                <a:gridCol w="685800"/>
                <a:gridCol w="561122"/>
              </a:tblGrid>
              <a:tr h="179527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6758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6758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8451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Researchers Use AI to Establish Body Charts for CT Imaging Across the A...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71220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3989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65683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CT vs. MRI for Pediatric TBI, Helium Vulnerability, and Ditching the Di...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71220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Commercial software with a pediatric angle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21488397" cy="5225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  <a:gridCol w="152400"/>
                <a:gridCol w="685800"/>
                <a:gridCol w="685800"/>
                <a:gridCol w="685800"/>
                <a:gridCol w="685800"/>
                <a:gridCol w="685800"/>
                <a:gridCol w="685800"/>
                <a:gridCol w="119742"/>
                <a:gridCol w="685800"/>
                <a:gridCol w="685800"/>
                <a:gridCol w="685800"/>
                <a:gridCol w="685800"/>
                <a:gridCol w="685800"/>
                <a:gridCol w="685800"/>
                <a:gridCol w="272142"/>
                <a:gridCol w="685800"/>
                <a:gridCol w="685800"/>
                <a:gridCol w="685800"/>
                <a:gridCol w="685800"/>
                <a:gridCol w="685800"/>
                <a:gridCol w="685800"/>
                <a:gridCol w="250371"/>
                <a:gridCol w="685800"/>
                <a:gridCol w="685800"/>
                <a:gridCol w="685800"/>
                <a:gridCol w="685800"/>
                <a:gridCol w="685800"/>
                <a:gridCol w="685800"/>
                <a:gridCol w="119742"/>
              </a:tblGrid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1" i="0">
                          <a:solidFill>
                            <a:srgbClr val="FFFFFF"/>
                          </a:solidFill>
                          <a:latin typeface="Calibri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58367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74320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70331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658367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2355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562355"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630" b="0" i="0">
                          <a:solidFill>
                            <a:srgbClr val="1A1A1A"/>
                          </a:solidFill>
                          <a:latin typeface="Calibri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6176772"/>
            <a:ext cx="11368735" cy="2430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269"/>
              </a:spcAft>
            </a:pPr>
            <a:r>
              <a:rPr sz="769" b="0" i="0">
                <a:solidFill>
                  <a:srgbClr val="1A1A1A"/>
                </a:solidFill>
                <a:latin typeface="Calibri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MONAI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Calibri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Detection / diagnosis is the bulk of the literature (45%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Reconstruction / imputation is 23%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7.2% of radiology-AI papers (3.9%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Since 2023 the pediatric corpus (6,723 papers) leans to autism / ADHD / neurodevelopment (697); fetal anomalies / prenatal (534); brain tumors (325); congenital heart disease / cardiac (295). Barely studied: testicular / ovarian torsion (8); inflammatory bowel disease (22); lines and tubes / NICU support devices (54); neonatal jaundice / biliary atresia / liver (56); craniosynostosis / craniofacial (72); appendicitis / intussusception / NEC (72).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Calibri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wrap="square"/>
          <a:lstStyle/>
          <a:p>
            <a:pPr algn="l"/>
            <a:r>
              <a:rPr sz="2200">
                <a:solidFill>
                  <a:srgbClr val="FFFFFF"/>
                </a:solidFill>
                <a:latin typeface="Calibri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Calibri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Calibri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Calibri"/>
              </a:rPr>
              <a:t>47 / 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